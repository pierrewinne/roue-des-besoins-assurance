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1"/>
  </p:sldMasterIdLst>
  <p:notesMasterIdLst>
    <p:notesMasterId r:id="rId22"/>
  </p:notesMasterIdLst>
  <p:handoutMasterIdLst>
    <p:handoutMasterId r:id="rId23"/>
  </p:handoutMasterIdLst>
  <p:sldIdLst>
    <p:sldId id="2147047360" r:id="rId12"/>
    <p:sldId id="2147478063" r:id="rId13"/>
    <p:sldId id="2147478065" r:id="rId14"/>
    <p:sldId id="2147478071" r:id="rId15"/>
    <p:sldId id="2147478067" r:id="rId16"/>
    <p:sldId id="2147478068" r:id="rId17"/>
    <p:sldId id="2147478069" r:id="rId18"/>
    <p:sldId id="2147478076" r:id="rId19"/>
    <p:sldId id="2147478077" r:id="rId20"/>
    <p:sldId id="2147478080" r:id="rId21"/>
  </p:sldIdLst>
  <p:sldSz cx="12192000" cy="6858000"/>
  <p:notesSz cx="6858000" cy="9144000"/>
  <p:custDataLst>
    <p:custData r:id="rId6"/>
    <p:custData r:id="rId2"/>
    <p:custData r:id="rId5"/>
    <p:custData r:id="rId7"/>
    <p:custData r:id="rId10"/>
    <p:custData r:id="rId1"/>
    <p:custData r:id="rId3"/>
    <p:tags r:id="rId2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B384EC"/>
    <a:srgbClr val="C7A5F1"/>
    <a:srgbClr val="D0B3F3"/>
    <a:srgbClr val="E0CDF7"/>
    <a:srgbClr val="FFC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10A1EF}">
  <a:tblStyle styleId="{9D7B26C5-4107-4FEC-AEDC-1716B210A1EF}" styleName="Baloise white">
    <a:wholeTbl>
      <a:tcTxStyle>
        <a:fontRef idx="minor">
          <a:scrgbClr r="0" g="13" b="110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8000" cmpd="sng">
              <a:solidFill>
                <a:schemeClr val="tx2"/>
              </a:solidFill>
            </a:ln>
          </a:bottom>
          <a:insideH>
            <a:ln w="8000" cmpd="sng">
              <a:solidFill>
                <a:schemeClr val="tx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5000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top>
            <a:ln w="25000" cmpd="sng">
              <a:solidFill>
                <a:schemeClr val="tx2"/>
              </a:solidFill>
            </a:ln>
          </a:top>
        </a:tcBdr>
        <a:fill>
          <a:noFill/>
        </a:fill>
      </a:tcStyle>
    </a:firstRow>
  </a:tblStyle>
  <a:tblStyle styleId="{9D7B26C5-4111-4FAC-AEDC-1716B210A1EF}" styleName="Baloise green">
    <a:wholeTbl>
      <a:tcTxStyle>
        <a:fontRef idx="minor">
          <a:scrgbClr r="0" g="13" b="110"/>
        </a:fontRef>
        <a:schemeClr val="tx2"/>
      </a:tcTxStyle>
      <a:tcStyle>
        <a:tcBdr>
          <a:left>
            <a:ln w="0" cmpd="sng">
              <a:solidFill>
                <a:srgbClr val="94E3D4"/>
              </a:solidFill>
            </a:ln>
          </a:left>
          <a:right>
            <a:ln w="0" cmpd="sng">
              <a:solidFill>
                <a:srgbClr val="94E3D4"/>
              </a:solidFill>
            </a:ln>
          </a:right>
          <a:top>
            <a:ln w="0" cmpd="sng">
              <a:solidFill>
                <a:srgbClr val="94E3D4"/>
              </a:solidFill>
            </a:ln>
          </a:top>
          <a:bottom>
            <a:ln w="0" cmpd="sng">
              <a:solidFill>
                <a:srgbClr val="94E3D4"/>
              </a:solidFill>
            </a:ln>
          </a:bottom>
          <a:insideH>
            <a:ln w="8000" cmpd="sng">
              <a:solidFill>
                <a:srgbClr val="FFFFFF"/>
              </a:solidFill>
            </a:ln>
          </a:insideH>
          <a:insideV>
            <a:ln w="0" cmpd="sng">
              <a:solidFill>
                <a:srgbClr val="94E3D4"/>
              </a:solidFill>
            </a:ln>
          </a:insideV>
        </a:tcBdr>
        <a:fill>
          <a:solidFill>
            <a:srgbClr val="CBF2EC"/>
          </a:solidFill>
        </a:fill>
      </a:tcStyle>
    </a:wholeTbl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5000" cmpd="sng">
              <a:solidFill>
                <a:schemeClr val="dk2"/>
              </a:solidFill>
            </a:ln>
          </a:bottom>
        </a:tcBdr>
        <a:fill>
          <a:solidFill>
            <a:srgbClr val="CBF2EC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>
          <a:top>
            <a:ln w="25000" cmpd="sng">
              <a:solidFill>
                <a:schemeClr val="dk2"/>
              </a:solidFill>
            </a:ln>
          </a:top>
          <a:insideV>
            <a:ln w="8000" cmpd="sng">
              <a:solidFill>
                <a:srgbClr val="00B28F"/>
              </a:solidFill>
            </a:ln>
          </a:insideV>
        </a:tcBdr>
        <a:fill>
          <a:solidFill>
            <a:srgbClr val="00B28F"/>
          </a:solidFill>
        </a:fill>
      </a:tcStyle>
    </a:firstRow>
  </a:tblStyle>
  <a:tblStyle styleId="{9D7B26C5-4222-4ABC-AEDC-1716B210A1EF}" styleName="Baloise purple">
    <a:wholeTbl>
      <a:tcTxStyle>
        <a:fontRef idx="minor">
          <a:scrgbClr r="0" g="13" b="110"/>
        </a:fontRef>
        <a:schemeClr val="tx2"/>
      </a:tcTxStyle>
      <a:tcStyle>
        <a:tcBdr>
          <a:left>
            <a:ln w="0" cmpd="sng">
              <a:solidFill>
                <a:srgbClr val="B8B2FF"/>
              </a:solidFill>
            </a:ln>
          </a:left>
          <a:right>
            <a:ln w="0" cmpd="sng">
              <a:solidFill>
                <a:srgbClr val="B8B2FF"/>
              </a:solidFill>
            </a:ln>
          </a:right>
          <a:top>
            <a:ln w="0" cmpd="sng">
              <a:solidFill>
                <a:srgbClr val="B8B2FF"/>
              </a:solidFill>
            </a:ln>
          </a:top>
          <a:bottom>
            <a:ln w="0" cmpd="sng">
              <a:solidFill>
                <a:srgbClr val="B8B2FF"/>
              </a:solidFill>
            </a:ln>
          </a:bottom>
          <a:insideH>
            <a:ln w="8000" cmpd="sng">
              <a:solidFill>
                <a:srgbClr val="FFFFFF"/>
              </a:solidFill>
            </a:ln>
          </a:insideH>
          <a:insideV>
            <a:ln w="0" cmpd="sng">
              <a:solidFill>
                <a:srgbClr val="B8B2FF"/>
              </a:solidFill>
            </a:ln>
          </a:insideV>
        </a:tcBdr>
        <a:fill>
          <a:solidFill>
            <a:srgbClr val="E1D9FF"/>
          </a:solidFill>
        </a:fill>
      </a:tcStyle>
    </a:wholeTbl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5000" cmpd="sng">
              <a:solidFill>
                <a:schemeClr val="dk2"/>
              </a:solidFill>
            </a:ln>
          </a:bottom>
        </a:tcBdr>
        <a:fill>
          <a:solidFill>
            <a:srgbClr val="E1D9FF"/>
          </a:solidFill>
        </a:fill>
      </a:tcStyle>
    </a:lastRow>
    <a:firstRow>
      <a:tcTxStyle b="on"/>
      <a:tcStyle>
        <a:tcBdr>
          <a:top>
            <a:ln w="25000" cmpd="sng">
              <a:solidFill>
                <a:schemeClr val="dk2"/>
              </a:solidFill>
            </a:ln>
          </a:top>
        </a:tcBdr>
        <a:fill>
          <a:solidFill>
            <a:srgbClr val="B8B2FF"/>
          </a:solidFill>
        </a:fill>
      </a:tcStyle>
    </a:firstRow>
  </a:tblStyle>
  <a:tblStyle styleId="{9D7B26C5-4333-4DEF-AEDC-1716B210A1EF}" styleName="Baloise red">
    <a:wholeTbl>
      <a:tcTxStyle>
        <a:fontRef idx="minor">
          <a:scrgbClr r="0" g="13" b="110"/>
        </a:fontRef>
        <a:schemeClr val="tx2"/>
      </a:tcTxStyle>
      <a:tcStyle>
        <a:tcBdr>
          <a:left>
            <a:ln w="0" cmpd="sng">
              <a:solidFill>
                <a:srgbClr val="FFACA6"/>
              </a:solidFill>
            </a:ln>
          </a:left>
          <a:right>
            <a:ln w="0" cmpd="sng">
              <a:solidFill>
                <a:srgbClr val="FFACA6"/>
              </a:solidFill>
            </a:ln>
          </a:right>
          <a:top>
            <a:ln w="0" cmpd="sng">
              <a:solidFill>
                <a:srgbClr val="FFACA6"/>
              </a:solidFill>
            </a:ln>
          </a:top>
          <a:bottom>
            <a:ln w="0" cmpd="sng">
              <a:solidFill>
                <a:srgbClr val="FFACA6"/>
              </a:solidFill>
            </a:ln>
          </a:bottom>
          <a:insideH>
            <a:ln w="8000" cmpd="sng">
              <a:solidFill>
                <a:srgbClr val="FFFFFF"/>
              </a:solidFill>
            </a:ln>
          </a:insideH>
          <a:insideV>
            <a:ln w="0" cmpd="sng">
              <a:solidFill>
                <a:srgbClr val="FFACA6"/>
              </a:solidFill>
            </a:ln>
          </a:insideV>
        </a:tcBdr>
        <a:fill>
          <a:solidFill>
            <a:srgbClr val="FFD7D7"/>
          </a:solidFill>
        </a:fill>
      </a:tcStyle>
    </a:wholeTbl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5000" cmpd="sng">
              <a:solidFill>
                <a:schemeClr val="dk2"/>
              </a:solidFill>
            </a:ln>
          </a:bottom>
        </a:tcBdr>
        <a:fill>
          <a:solidFill>
            <a:srgbClr val="FFD7D7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>
          <a:top>
            <a:ln w="25000" cmpd="sng">
              <a:solidFill>
                <a:schemeClr val="dk2"/>
              </a:solidFill>
            </a:ln>
          </a:top>
          <a:insideV>
            <a:ln w="8000" cmpd="sng">
              <a:solidFill>
                <a:srgbClr val="D9304C"/>
              </a:solidFill>
            </a:ln>
          </a:insideV>
        </a:tcBdr>
        <a:fill>
          <a:solidFill>
            <a:srgbClr val="D9304C"/>
          </a:solidFill>
        </a:fill>
      </a:tcStyle>
    </a:firstRow>
  </a:tblStyle>
  <a:tblStyle styleId="{9D7B26C5-4444-4FEC-AEDC-1716B210A1EF}" styleName="Baloise tangerine">
    <a:wholeTbl>
      <a:tcTxStyle>
        <a:fontRef idx="minor">
          <a:scrgbClr r="0" g="13" b="110"/>
        </a:fontRef>
        <a:schemeClr val="tx2"/>
      </a:tcTxStyle>
      <a:tcStyle>
        <a:tcBdr>
          <a:left>
            <a:ln w="0" cmpd="sng">
              <a:solidFill>
                <a:srgbClr val="FFBE1A"/>
              </a:solidFill>
            </a:ln>
          </a:left>
          <a:right>
            <a:ln w="0" cmpd="sng">
              <a:solidFill>
                <a:srgbClr val="FFBE1A"/>
              </a:solidFill>
            </a:ln>
          </a:right>
          <a:top>
            <a:ln w="0" cmpd="sng">
              <a:solidFill>
                <a:srgbClr val="FFBE1A"/>
              </a:solidFill>
            </a:ln>
          </a:top>
          <a:bottom>
            <a:ln w="0" cmpd="sng">
              <a:solidFill>
                <a:srgbClr val="FFBE1A"/>
              </a:solidFill>
            </a:ln>
          </a:bottom>
          <a:insideH>
            <a:ln w="8000" cmpd="sng">
              <a:solidFill>
                <a:srgbClr val="FFFFFF"/>
              </a:solidFill>
            </a:ln>
          </a:insideH>
          <a:insideV>
            <a:ln w="0" cmpd="sng">
              <a:solidFill>
                <a:srgbClr val="FFBE1A"/>
              </a:solidFill>
            </a:ln>
          </a:insideV>
        </a:tcBdr>
        <a:fill>
          <a:solidFill>
            <a:srgbClr val="FFECBC"/>
          </a:solidFill>
        </a:fill>
      </a:tcStyle>
    </a:wholeTbl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5000" cmpd="sng">
              <a:solidFill>
                <a:schemeClr val="dk2"/>
              </a:solidFill>
            </a:ln>
          </a:bottom>
        </a:tcBdr>
        <a:fill>
          <a:solidFill>
            <a:srgbClr val="FFECBC"/>
          </a:solidFill>
        </a:fill>
      </a:tcStyle>
    </a:lastRow>
    <a:firstRow>
      <a:tcTxStyle b="on"/>
      <a:tcStyle>
        <a:tcBdr>
          <a:top>
            <a:ln w="25000" cmpd="sng">
              <a:solidFill>
                <a:schemeClr val="dk2"/>
              </a:solidFill>
            </a:ln>
          </a:top>
          <a:insideV>
            <a:ln w="8000" cmpd="sng">
              <a:solidFill>
                <a:srgbClr val="FA9319"/>
              </a:solidFill>
            </a:ln>
          </a:insideV>
        </a:tcBdr>
        <a:fill>
          <a:solidFill>
            <a:srgbClr val="FA9319"/>
          </a:solidFill>
        </a:fill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241" autoAdjust="0"/>
  </p:normalViewPr>
  <p:slideViewPr>
    <p:cSldViewPr snapToGrid="0">
      <p:cViewPr varScale="1">
        <p:scale>
          <a:sx n="147" d="100"/>
          <a:sy n="147" d="100"/>
        </p:scale>
        <p:origin x="360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6" d="100"/>
          <a:sy n="76" d="100"/>
        </p:scale>
        <p:origin x="34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customXml" Target="../customXml/item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tags" Target="tags/tag1.xml"/><Relationship Id="rId5" Type="http://schemas.openxmlformats.org/officeDocument/2006/relationships/customXml" Target="../customXml/item5.xml"/><Relationship Id="rId15" Type="http://schemas.openxmlformats.org/officeDocument/2006/relationships/slide" Target="slides/slide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slide" Target="slides/slide8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F97672E-8919-468F-9258-73F9AED31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436FB8-9298-4680-9676-7E77995DAD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9BCDB-24C4-40DD-A596-D506E0AABA2E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38F5AD-A5CA-434E-AE94-F3E396BEF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9D19F0-B444-481C-BE09-9174B94EDE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88EC9-465C-4264-9430-1A0926833C8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452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1013" y="248055"/>
            <a:ext cx="4382310" cy="246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21012" y="3028949"/>
            <a:ext cx="6214387" cy="541465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LU"/>
              <a:t>Mastertextformat bearbeiten</a:t>
            </a:r>
          </a:p>
          <a:p>
            <a:pPr lvl="1"/>
            <a:r>
              <a:rPr lang="fr-LU"/>
              <a:t>Zweite Ebene</a:t>
            </a:r>
          </a:p>
          <a:p>
            <a:pPr lvl="2"/>
            <a:r>
              <a:rPr lang="fr-LU"/>
              <a:t>Dritte Ebene</a:t>
            </a:r>
          </a:p>
          <a:p>
            <a:pPr lvl="3"/>
            <a:r>
              <a:rPr lang="fr-LU"/>
              <a:t>Vierte Ebene</a:t>
            </a:r>
          </a:p>
          <a:p>
            <a:pPr lvl="4"/>
            <a:r>
              <a:rPr lang="fr-LU"/>
              <a:t>Fünfte Ebene</a:t>
            </a:r>
            <a:endParaRPr lang="fr-LU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21013" y="8751245"/>
            <a:ext cx="5389123" cy="2334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000"/>
            </a:lvl1pPr>
          </a:lstStyle>
          <a:p>
            <a:endParaRPr lang="fr-LU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904689" y="8751245"/>
            <a:ext cx="630711" cy="2334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000"/>
            </a:lvl1pPr>
          </a:lstStyle>
          <a:p>
            <a:fld id="{F6100924-6BC6-44AE-B6F0-F23BBD947225}" type="slidenum">
              <a:rPr lang="fr-LU" smtClean="0"/>
              <a:pPr/>
              <a:t>‹N°›</a:t>
            </a:fld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29292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b="1" kern="1200">
        <a:solidFill>
          <a:schemeClr val="tx2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60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1714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3492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53340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A0D6-CB63-2EA6-BEB5-255CB238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8CF1EC-94C0-9FDA-9CC3-2D96945BF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0675" y="247650"/>
            <a:ext cx="4383088" cy="2465388"/>
          </a:xfrm>
        </p:spPr>
        <p:txBody>
          <a:bodyPr/>
          <a:lstStyle/>
          <a:p>
            <a:endParaRPr lang="fr-LU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5C9665-3B99-28C0-F9DF-66FB8E801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LU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275713-78D5-84B9-5F95-643B38D23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00924-6BC6-44AE-B6F0-F23BBD947225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465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Pic-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47614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5218DF-56C6-4546-8EA7-66AEE4303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490DD1-FE4F-961C-D7A0-552A23B572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23425" y="504000"/>
            <a:ext cx="2052638" cy="4176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7708B31-9E6B-894E-05F3-2655C6E49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56800" y="1522800"/>
            <a:ext cx="5335200" cy="5335200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6688137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>
                <a:solidFill>
                  <a:schemeClr val="bg1"/>
                </a:solidFill>
              </a:defRPr>
            </a:lvl1pPr>
            <a:lvl2pPr rtl="0">
              <a:lnSpc>
                <a:spcPts val="6200"/>
              </a:lnSpc>
              <a:defRPr sz="5200">
                <a:solidFill>
                  <a:schemeClr val="bg1"/>
                </a:solidFill>
              </a:defRPr>
            </a:lvl2pPr>
            <a:lvl3pPr marL="0" indent="0" rtl="0">
              <a:buNone/>
              <a:defRPr sz="1800" b="0">
                <a:solidFill>
                  <a:schemeClr val="bg1"/>
                </a:solidFill>
              </a:defRPr>
            </a:lvl3pPr>
            <a:lvl4pPr marL="179388" indent="-179388" rtl="0">
              <a:defRPr>
                <a:solidFill>
                  <a:schemeClr val="bg1"/>
                </a:solidFill>
              </a:defRPr>
            </a:lvl4pPr>
            <a:lvl5pPr marL="357188" indent="-180975"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4091374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Pic-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080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5218DF-56C6-4546-8EA7-66AEE4303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69D78832-067D-7D19-F49C-62E0F021FD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23425" y="504000"/>
            <a:ext cx="2052638" cy="4176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B34B948-AD17-63AA-4C92-049BB2406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56800" y="1522800"/>
            <a:ext cx="5335200" cy="5335200"/>
          </a:xfr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6688137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>
                <a:solidFill>
                  <a:schemeClr val="bg1"/>
                </a:solidFill>
              </a:defRPr>
            </a:lvl1pPr>
            <a:lvl2pPr rtl="0">
              <a:lnSpc>
                <a:spcPts val="6200"/>
              </a:lnSpc>
              <a:defRPr sz="5200">
                <a:solidFill>
                  <a:schemeClr val="bg1"/>
                </a:solidFill>
              </a:defRPr>
            </a:lvl2pPr>
            <a:lvl3pPr marL="0" indent="0" rtl="0">
              <a:buNone/>
              <a:defRPr sz="1800" b="0">
                <a:solidFill>
                  <a:schemeClr val="bg1"/>
                </a:solidFill>
              </a:defRPr>
            </a:lvl3pPr>
            <a:lvl4pPr marL="179388" indent="-179388" rtl="0">
              <a:defRPr>
                <a:solidFill>
                  <a:schemeClr val="bg1"/>
                </a:solidFill>
              </a:defRPr>
            </a:lvl4pPr>
            <a:lvl5pPr marL="357188" indent="-180975"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935154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Pic-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21406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5218DF-56C6-4546-8EA7-66AEE4303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7D4F941A-348E-84C5-A815-86B4B8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23425" y="504000"/>
            <a:ext cx="2052638" cy="4176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8DC938FA-8AB1-238C-A71D-1F3E857B67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56800" y="1522800"/>
            <a:ext cx="5335200" cy="5335200"/>
          </a:xfr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6688137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>
                <a:solidFill>
                  <a:schemeClr val="bg1"/>
                </a:solidFill>
              </a:defRPr>
            </a:lvl1pPr>
            <a:lvl2pPr rtl="0">
              <a:lnSpc>
                <a:spcPts val="6200"/>
              </a:lnSpc>
              <a:defRPr sz="5200">
                <a:solidFill>
                  <a:schemeClr val="bg1"/>
                </a:solidFill>
              </a:defRPr>
            </a:lvl2pPr>
            <a:lvl3pPr marL="0" indent="0" rtl="0">
              <a:buNone/>
              <a:defRPr sz="1800" b="0">
                <a:solidFill>
                  <a:schemeClr val="bg1"/>
                </a:solidFill>
              </a:defRPr>
            </a:lvl3pPr>
            <a:lvl4pPr marL="179388" indent="-179388" rtl="0">
              <a:defRPr>
                <a:solidFill>
                  <a:schemeClr val="bg1"/>
                </a:solidFill>
              </a:defRPr>
            </a:lvl4pPr>
            <a:lvl5pPr marL="357188" indent="-180975"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392637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Pic-tanger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324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5218DF-56C6-4546-8EA7-66AEE4303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7E446184-A8AD-E563-78C7-2F7DDDA9E4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23425" y="504000"/>
            <a:ext cx="2052638" cy="4176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86CD219-7A62-888F-2350-63B3BFC058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56800" y="1522800"/>
            <a:ext cx="5335200" cy="5335200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/>
            </a:lvl1pPr>
          </a:lstStyle>
          <a:p>
            <a:pPr lvl="0"/>
            <a:r>
              <a:rPr lang="fr-LU"/>
              <a:t> </a:t>
            </a:r>
            <a:endParaRPr lang="fr-LU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6688137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>
                <a:solidFill>
                  <a:schemeClr val="bg1"/>
                </a:solidFill>
              </a:defRPr>
            </a:lvl1pPr>
            <a:lvl2pPr rtl="0">
              <a:lnSpc>
                <a:spcPts val="6200"/>
              </a:lnSpc>
              <a:defRPr sz="5200">
                <a:solidFill>
                  <a:schemeClr val="bg1"/>
                </a:solidFill>
              </a:defRPr>
            </a:lvl2pPr>
            <a:lvl3pPr marL="0" indent="0" rtl="0">
              <a:buNone/>
              <a:defRPr sz="1800" b="0">
                <a:solidFill>
                  <a:schemeClr val="bg1"/>
                </a:solidFill>
              </a:defRPr>
            </a:lvl3pPr>
            <a:lvl4pPr marL="179388" indent="-179388" rtl="0">
              <a:defRPr>
                <a:solidFill>
                  <a:schemeClr val="bg1"/>
                </a:solidFill>
              </a:defRPr>
            </a:lvl4pPr>
            <a:lvl5pPr marL="357188" indent="-180975"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901679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green">
    <p:bg>
      <p:bgPr>
        <a:solidFill>
          <a:srgbClr val="CB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515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ED7F6514-81F8-4017-A71F-246359E125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624063" y="504001"/>
            <a:ext cx="2052000" cy="418608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7999866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3A10656-1070-4C07-93C4-63CA9C81B7B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856800" y="1522800"/>
            <a:ext cx="5335200" cy="53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32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red">
    <p:bg>
      <p:bgPr>
        <a:solidFill>
          <a:srgbClr val="FF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5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ED7F6514-81F8-4017-A71F-246359E125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624063" y="504001"/>
            <a:ext cx="2052000" cy="418608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7999866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5F72347-CAFA-4464-9012-FFBC0D3E70E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856800" y="1522800"/>
            <a:ext cx="5335200" cy="53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11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purple">
    <p:bg>
      <p:bgPr>
        <a:solidFill>
          <a:srgbClr val="E1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37266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ED7F6514-81F8-4017-A71F-246359E125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624063" y="504001"/>
            <a:ext cx="2052000" cy="418608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7999866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4AD4161-C6FF-48B3-A282-E2DFBEA291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854825" y="1520825"/>
            <a:ext cx="5337175" cy="53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3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tangerine">
    <p:bg>
      <p:bgPr>
        <a:solidFill>
          <a:srgbClr val="FFE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5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ED7F6514-81F8-4017-A71F-246359E125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624063" y="504001"/>
            <a:ext cx="2052000" cy="418608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1520825"/>
            <a:ext cx="7999866" cy="3881492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1444779-C749-4FE9-9F57-869953A5C0D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856800" y="1522800"/>
            <a:ext cx="5335200" cy="53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97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green">
    <p:bg>
      <p:bgPr>
        <a:solidFill>
          <a:srgbClr val="94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2881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9150" y="1520825"/>
            <a:ext cx="8316913" cy="4572000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1471BD8-9F2E-4760-8A15-25EB62153F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376363"/>
            <a:ext cx="1990951" cy="4025954"/>
          </a:xfrm>
        </p:spPr>
        <p:txBody>
          <a:bodyPr/>
          <a:lstStyle>
            <a:lvl1pPr algn="r" rtl="0">
              <a:lnSpc>
                <a:spcPct val="100000"/>
              </a:lnSpc>
              <a:spcAft>
                <a:spcPts val="0"/>
              </a:spcAft>
              <a:defRPr sz="10400"/>
            </a:lvl1pPr>
            <a:lvl2pPr>
              <a:lnSpc>
                <a:spcPts val="6200"/>
              </a:lnSpc>
              <a:defRPr sz="5200"/>
            </a:lvl2pPr>
            <a:lvl3pPr marL="0" indent="0">
              <a:buNone/>
              <a:defRPr sz="1800" b="0"/>
            </a:lvl3pPr>
            <a:lvl4pPr marL="179388" indent="-179388">
              <a:defRPr/>
            </a:lvl4pPr>
            <a:lvl5pPr marL="357188" indent="-180975">
              <a:defRPr/>
            </a:lvl5pPr>
          </a:lstStyle>
          <a:p>
            <a:pPr lvl="0"/>
            <a:r>
              <a:rPr lang="fr-LU"/>
              <a:t>01</a:t>
            </a:r>
            <a:endParaRPr lang="fr-LU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3B9C17-6588-47D9-9777-4CFD13E60B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8C61F26-B18B-4BF3-B291-61D85B0ACF87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A17CD4-3FE9-449F-AC21-51BDF297D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5EA517-41EC-4A3A-8D4B-21E239124D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B8B5341B-EE66-4226-BC24-565E604D32B8}" type="slidenum">
              <a:rPr lang="fr-LU" smtClean="0"/>
              <a:pPr/>
              <a:t>‹N°›</a:t>
            </a:fld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7384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orient="horz" pos="8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-red">
    <p:bg>
      <p:bgPr>
        <a:solidFill>
          <a:srgbClr val="FFAC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5301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9150" y="1520825"/>
            <a:ext cx="8316913" cy="4572000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1471BD8-9F2E-4760-8A15-25EB62153F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376363"/>
            <a:ext cx="1990951" cy="4025954"/>
          </a:xfrm>
        </p:spPr>
        <p:txBody>
          <a:bodyPr/>
          <a:lstStyle>
            <a:lvl1pPr algn="r" rtl="0">
              <a:lnSpc>
                <a:spcPct val="100000"/>
              </a:lnSpc>
              <a:spcAft>
                <a:spcPts val="0"/>
              </a:spcAft>
              <a:defRPr sz="10400"/>
            </a:lvl1pPr>
            <a:lvl2pPr>
              <a:lnSpc>
                <a:spcPts val="6200"/>
              </a:lnSpc>
              <a:defRPr sz="5200"/>
            </a:lvl2pPr>
            <a:lvl3pPr marL="0" indent="0">
              <a:buNone/>
              <a:defRPr sz="1800" b="0"/>
            </a:lvl3pPr>
            <a:lvl4pPr marL="179388" indent="-179388">
              <a:defRPr/>
            </a:lvl4pPr>
            <a:lvl5pPr marL="357188" indent="-180975">
              <a:defRPr/>
            </a:lvl5pPr>
          </a:lstStyle>
          <a:p>
            <a:pPr lvl="0"/>
            <a:r>
              <a:rPr lang="fr-LU"/>
              <a:t>01</a:t>
            </a:r>
            <a:endParaRPr lang="fr-LU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3B9C17-6588-47D9-9777-4CFD13E60B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EE3E37F0-DEEA-46B2-ACC6-62BB1E823378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A17CD4-3FE9-449F-AC21-51BDF297D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5EA517-41EC-4A3A-8D4B-21E239124D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170B4E48-8AC8-4ACA-9ABC-C6D3DE50A56C}" type="slidenum">
              <a:rPr lang="fr-LU" smtClean="0"/>
              <a:pPr/>
              <a:t>‹N°›</a:t>
            </a:fld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89581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orient="horz" pos="8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purple">
    <p:bg>
      <p:bgPr>
        <a:solidFill>
          <a:srgbClr val="B8B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1395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9150" y="1520825"/>
            <a:ext cx="8316913" cy="4572000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1471BD8-9F2E-4760-8A15-25EB62153F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376363"/>
            <a:ext cx="1990951" cy="4025954"/>
          </a:xfrm>
        </p:spPr>
        <p:txBody>
          <a:bodyPr/>
          <a:lstStyle>
            <a:lvl1pPr algn="r" rtl="0">
              <a:lnSpc>
                <a:spcPct val="100000"/>
              </a:lnSpc>
              <a:spcAft>
                <a:spcPts val="0"/>
              </a:spcAft>
              <a:defRPr sz="10400"/>
            </a:lvl1pPr>
            <a:lvl2pPr>
              <a:lnSpc>
                <a:spcPts val="6200"/>
              </a:lnSpc>
              <a:defRPr sz="5200"/>
            </a:lvl2pPr>
            <a:lvl3pPr marL="0" indent="0">
              <a:buNone/>
              <a:defRPr sz="1800" b="0"/>
            </a:lvl3pPr>
            <a:lvl4pPr marL="179388" indent="-179388">
              <a:defRPr/>
            </a:lvl4pPr>
            <a:lvl5pPr marL="357188" indent="-180975">
              <a:defRPr/>
            </a:lvl5pPr>
          </a:lstStyle>
          <a:p>
            <a:pPr lvl="0"/>
            <a:r>
              <a:rPr lang="fr-LU"/>
              <a:t>01</a:t>
            </a:r>
            <a:endParaRPr lang="fr-LU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3B9C17-6588-47D9-9777-4CFD13E60B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664BA02A-3C7D-4B5B-A735-BD690C125224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A17CD4-3FE9-449F-AC21-51BDF297D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5EA517-41EC-4A3A-8D4B-21E239124D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E4D83F89-F0DF-4F7F-BBA4-73BE1250EBDA}" type="slidenum">
              <a:rPr lang="fr-LU" smtClean="0"/>
              <a:pPr/>
              <a:t>‹N°›</a:t>
            </a:fld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147768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orient="horz" pos="8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tangerine">
    <p:bg>
      <p:bgPr>
        <a:solidFill>
          <a:srgbClr val="FAE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079BDC5-31B9-4506-A8E0-DEF2F4E18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065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079BDC5-31B9-4506-A8E0-DEF2F4E18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2DDA1D-F450-479F-9619-E3E0B8C07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9150" y="1520825"/>
            <a:ext cx="8316913" cy="4572000"/>
          </a:xfrm>
        </p:spPr>
        <p:txBody>
          <a:bodyPr/>
          <a:lstStyle>
            <a:lvl1pPr rtl="0">
              <a:lnSpc>
                <a:spcPts val="6200"/>
              </a:lnSpc>
              <a:spcAft>
                <a:spcPts val="0"/>
              </a:spcAft>
              <a:defRPr sz="5200"/>
            </a:lvl1pPr>
            <a:lvl2pPr rtl="0">
              <a:lnSpc>
                <a:spcPts val="6200"/>
              </a:lnSpc>
              <a:defRPr sz="5200"/>
            </a:lvl2pPr>
            <a:lvl3pPr marL="0" indent="0" rtl="0">
              <a:buNone/>
              <a:defRPr sz="1800" b="0"/>
            </a:lvl3pPr>
            <a:lvl4pPr marL="179388" indent="-179388" rtl="0">
              <a:defRPr/>
            </a:lvl4pPr>
            <a:lvl5pPr marL="357188" indent="-180975"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1471BD8-9F2E-4760-8A15-25EB62153F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376363"/>
            <a:ext cx="1990951" cy="4025954"/>
          </a:xfrm>
        </p:spPr>
        <p:txBody>
          <a:bodyPr/>
          <a:lstStyle>
            <a:lvl1pPr algn="r" rtl="0">
              <a:lnSpc>
                <a:spcPct val="100000"/>
              </a:lnSpc>
              <a:spcAft>
                <a:spcPts val="0"/>
              </a:spcAft>
              <a:defRPr sz="10400"/>
            </a:lvl1pPr>
            <a:lvl2pPr>
              <a:lnSpc>
                <a:spcPts val="6200"/>
              </a:lnSpc>
              <a:defRPr sz="5200"/>
            </a:lvl2pPr>
            <a:lvl3pPr marL="0" indent="0">
              <a:buNone/>
              <a:defRPr sz="1800" b="0"/>
            </a:lvl3pPr>
            <a:lvl4pPr marL="179388" indent="-179388">
              <a:defRPr/>
            </a:lvl4pPr>
            <a:lvl5pPr marL="357188" indent="-180975">
              <a:defRPr/>
            </a:lvl5pPr>
          </a:lstStyle>
          <a:p>
            <a:pPr lvl="0"/>
            <a:r>
              <a:rPr lang="fr-LU"/>
              <a:t>01</a:t>
            </a:r>
            <a:endParaRPr lang="fr-LU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3B9C17-6588-47D9-9777-4CFD13E60B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1C33D667-E829-44E3-B16B-1EEA11ECF936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A17CD4-3FE9-449F-AC21-51BDF297D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5EA517-41EC-4A3A-8D4B-21E239124D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68268C3A-DDCC-4A84-9EE9-2041B35E2843}" type="slidenum">
              <a:rPr lang="fr-LU" smtClean="0"/>
              <a:pPr/>
              <a:t>‹N°›</a:t>
            </a:fld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685790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orient="horz" pos="8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4212BE6E-50CE-44E2-AC04-068781F057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728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71437B7D-F1FE-44A3-BD8D-58ABB07302A1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8C992D3D-C5B9-485C-95DA-62D169EC21A7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05809D7-1EC9-4220-ADF0-5BEF9BD17F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>
            <a:lvl1pPr marL="534988" indent="-534988" rtl="0">
              <a:lnSpc>
                <a:spcPts val="4800"/>
              </a:lnSpc>
              <a:spcAft>
                <a:spcPts val="0"/>
              </a:spcAft>
              <a:buFont typeface="+mj-lt"/>
              <a:buAutoNum type="arabicPeriod"/>
              <a:tabLst>
                <a:tab pos="534988" algn="l"/>
              </a:tabLst>
              <a:defRPr sz="3200" b="1"/>
            </a:lvl1pPr>
            <a:lvl2pPr marL="1081088" indent="-546100" rtl="0">
              <a:lnSpc>
                <a:spcPts val="4800"/>
              </a:lnSpc>
              <a:spcAft>
                <a:spcPts val="0"/>
              </a:spcAft>
              <a:buFont typeface="+mj-lt"/>
              <a:buAutoNum type="arabicPeriod"/>
              <a:tabLst>
                <a:tab pos="534988" algn="l"/>
              </a:tabLst>
              <a:defRPr sz="3200" b="0"/>
            </a:lvl2pPr>
            <a:lvl3pPr marL="1081088" indent="-360363" rtl="0">
              <a:lnSpc>
                <a:spcPts val="3600"/>
              </a:lnSpc>
              <a:defRPr sz="2400"/>
            </a:lvl3pPr>
            <a:lvl4pPr marL="1081088" indent="-360363" rtl="0">
              <a:lnSpc>
                <a:spcPts val="3600"/>
              </a:lnSpc>
              <a:defRPr sz="24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83E95DE-C783-C647-4EBB-E6E7AFFDFE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293262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8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49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12DC11F-25F7-49A5-9664-56235D85FB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1113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6A34EF9-565C-48D8-AD9A-56D608BA7FB1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A757B83A-64F6-472D-A7D5-8B75C90A32A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05809D7-1EC9-4220-ADF0-5BEF9BD17F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1520825"/>
            <a:ext cx="11160126" cy="4572000"/>
          </a:xfrm>
        </p:spPr>
        <p:txBody>
          <a:bodyPr numCol="2" spcCol="288000"/>
          <a:lstStyle>
            <a:lvl1pPr marL="360363" indent="-360363" rtl="0">
              <a:lnSpc>
                <a:spcPts val="3600"/>
              </a:lnSpc>
              <a:spcAft>
                <a:spcPts val="0"/>
              </a:spcAft>
              <a:buFont typeface="+mj-lt"/>
              <a:buAutoNum type="arabicPeriod"/>
              <a:tabLst>
                <a:tab pos="360363" algn="l"/>
              </a:tabLst>
              <a:defRPr sz="2400" b="1"/>
            </a:lvl1pPr>
            <a:lvl2pPr marL="720725" indent="-360363" rtl="0">
              <a:lnSpc>
                <a:spcPts val="3600"/>
              </a:lnSpc>
              <a:spcAft>
                <a:spcPts val="0"/>
              </a:spcAft>
              <a:buFont typeface="+mj-lt"/>
              <a:buAutoNum type="arabicPeriod"/>
              <a:tabLst>
                <a:tab pos="720725" algn="l"/>
              </a:tabLst>
              <a:defRPr sz="2400" b="0"/>
            </a:lvl2pPr>
            <a:lvl3pPr marL="720725" indent="-185738" rtl="0">
              <a:lnSpc>
                <a:spcPts val="2400"/>
              </a:lnSpc>
              <a:defRPr sz="1800"/>
            </a:lvl3pPr>
            <a:lvl4pPr marL="720725" indent="-185738" rtl="0">
              <a:lnSpc>
                <a:spcPts val="2400"/>
              </a:lnSpc>
              <a:defRPr sz="18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6E9C86D-5DF8-E6E3-A9AF-F431D18000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246153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8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3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3967C08-7411-4210-9AAF-4F35BA5904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8088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19F0C010-2213-4719-B1EB-821725CAB701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D365E5BA-2CD6-4E99-AD1B-F80C652371B4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11160124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6DF9D65B-AB1E-F08F-0EF7-F5AAB5FF13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557901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842BDBE6-211F-4BA1-9077-473ECFBB41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6573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842BDBE6-211F-4BA1-9077-473ECFBB41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287EFB18-8169-4669-A5F0-1F87632D56B7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9A7C4EE2-5AEC-4883-ACCB-2DEB8CAFFE22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4921084E-97F8-4F41-A136-A89BC15344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40464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B727316D-C208-D43E-56E5-43A3AE27FA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4139261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8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2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842BDBE6-211F-4BA1-9077-473ECFBB41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92140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417A990-0F79-40BB-9272-A03281D8D85F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/>
          <a:lstStyle>
            <a:lvl1pPr rtl="0">
              <a:defRPr/>
            </a:lvl1pPr>
          </a:lstStyle>
          <a:p>
            <a:fld id="{9A7C4EE2-5AEC-4883-ACCB-2DEB8CAFFE22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3528000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4921084E-97F8-4F41-A136-A89BC15344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8059" y="1520825"/>
            <a:ext cx="3528000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Inhaltsplatzhalter 6">
            <a:extLst>
              <a:ext uri="{FF2B5EF4-FFF2-40B4-BE49-F238E27FC236}">
                <a16:creationId xmlns:a16="http://schemas.microsoft.com/office/drawing/2014/main" id="{CB42D695-7D6A-EA90-D146-7D4A95E1019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31998" y="1520825"/>
            <a:ext cx="3528000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063638BB-AD0D-F720-D9A3-65D04E4881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94705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9" userDrawn="1">
          <p15:clr>
            <a:srgbClr val="FBAE40"/>
          </p15:clr>
        </p15:guide>
        <p15:guide id="2" pos="5133" userDrawn="1">
          <p15:clr>
            <a:srgbClr val="FBAE40"/>
          </p15:clr>
        </p15:guide>
        <p15:guide id="5" pos="4951" userDrawn="1">
          <p15:clr>
            <a:srgbClr val="FBAE40"/>
          </p15:clr>
        </p15:guide>
        <p15:guide id="6" pos="254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ox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875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02A7CF0-5432-4181-B217-64723F557AB7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94E3D4"/>
          </a:solidFill>
        </p:spPr>
        <p:txBody>
          <a:bodyPr lIns="144000" tIns="144000" rIns="144000" bIns="144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425406FF-DB64-163C-1112-05B138A8B2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094766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4" userDrawn="1">
          <p15:clr>
            <a:srgbClr val="FBAE40"/>
          </p15:clr>
        </p15:guide>
        <p15:guide id="4" pos="555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ox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26024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DA35168-5E4F-4C76-8D1F-4D96873CA2E6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FFACA6"/>
          </a:solidFill>
        </p:spPr>
        <p:txBody>
          <a:bodyPr lIns="144000" tIns="144000" rIns="144000" bIns="144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823F6448-D0F9-29A1-3F50-99B8555F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51689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4" userDrawn="1">
          <p15:clr>
            <a:srgbClr val="FBAE40"/>
          </p15:clr>
        </p15:guide>
        <p15:guide id="4" pos="555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ox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1613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7FF591BA-55DA-4FB7-BCEC-0C95BB9F9EB1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B8B2FF"/>
          </a:solidFill>
        </p:spPr>
        <p:txBody>
          <a:bodyPr lIns="144000" tIns="144000" rIns="144000" bIns="144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B8DEDFF3-2D1F-EAAB-B939-F546DCACD7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99446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4" userDrawn="1">
          <p15:clr>
            <a:srgbClr val="FBAE40"/>
          </p15:clr>
        </p15:guide>
        <p15:guide id="4" pos="555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ox-tanger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0715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562A60C0-A81B-4D22-99F8-A8906C04DFE3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FAE052"/>
          </a:solidFill>
        </p:spPr>
        <p:txBody>
          <a:bodyPr lIns="144000" tIns="144000" rIns="144000" bIns="144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CC9FBCF6-BFE4-D919-85B2-23894D95D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2299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4" userDrawn="1">
          <p15:clr>
            <a:srgbClr val="FBAE40"/>
          </p15:clr>
        </p15:guide>
        <p15:guide id="4" pos="555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17ED2E83-B9BB-4D5F-9B3D-5EB696B39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773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11160124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26099316-DED9-461B-87D9-1C3B747C60C6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301AF52-26AA-41C2-A841-A1E2338678E1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6612" y="1520825"/>
            <a:ext cx="8299449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78EEC7B-0809-4EC8-B093-F8DC03E6F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8" y="1520825"/>
            <a:ext cx="2576512" cy="4572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B264447E-13F7-042E-9B18-33CEA3238F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07323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5" pos="7061" userDrawn="1">
          <p15:clr>
            <a:srgbClr val="FBAE40"/>
          </p15:clr>
        </p15:guide>
        <p15:guide id="6" pos="194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CB3346B6-D9AA-4CFB-A2A8-EFBF6EBCF5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056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80CBDD2-FD6C-4CA3-A7D7-68CFDAF979A9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40554F5C-FE53-4693-9985-A20EAE8A4558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78EEC7B-0809-4EC8-B093-F8DC03E6F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01137" y="1520825"/>
            <a:ext cx="2574925" cy="4572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EF2E68D0-3AC6-F421-64B5-BC300B0A87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476788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733" userDrawn="1">
          <p15:clr>
            <a:srgbClr val="FBAE40"/>
          </p15:clr>
        </p15:guide>
        <p15:guide id="4" pos="5551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_full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0405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29966CC-2BAC-46BE-8DB2-22A4998DD823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78EEC7B-0809-4EC8-B093-F8DC03E6F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0462" y="0"/>
            <a:ext cx="5951537" cy="6858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0EF215B9-9D31-4C8B-A43B-9485B85A2EA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B27706D1-99FF-C2CF-28D2-98E454E6DD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360505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1" userDrawn="1">
          <p15:clr>
            <a:srgbClr val="FBAE40"/>
          </p15:clr>
        </p15:guide>
        <p15:guide id="5" pos="3749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-Pic_full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9746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78EEC7B-0809-4EC8-B093-F8DC03E6F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51537" cy="6858000"/>
          </a:xfrm>
          <a:noFill/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59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1BD54AD3-B490-4C4E-B4D9-492DB5906CB0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0458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fld id="{12F2AC0E-4ADF-4F14-A97C-619F75F62CBC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11" name="Medienplatzhalter 88">
            <a:extLst>
              <a:ext uri="{FF2B5EF4-FFF2-40B4-BE49-F238E27FC236}">
                <a16:creationId xmlns:a16="http://schemas.microsoft.com/office/drawing/2014/main" id="{33BEB612-EEED-4F70-89C4-9CC256F87879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515938" y="6322854"/>
            <a:ext cx="619200" cy="12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/>
            </a:lvl1pPr>
          </a:lstStyle>
          <a:p>
            <a:r>
              <a:rPr lang="fr-LU"/>
              <a:t> </a:t>
            </a:r>
            <a:endParaRPr lang="fr-LU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2CCD8834-E736-11DF-B533-657A69EE4B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0463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613989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-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DFFC643E-A1AC-4376-BB29-6FF58D1C94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691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E819725-046E-462C-8505-E0FD44CF6267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128F23A-A43F-4DF7-8683-26B9C3ED89C6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78EEC7B-0809-4EC8-B093-F8DC03E6F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8" y="1520825"/>
            <a:ext cx="11160125" cy="4572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CD6445DD-20AF-6EA0-B527-F015CD7A3B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465309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6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22" userDrawn="1">
          <p15:clr>
            <a:srgbClr val="FBAE40"/>
          </p15:clr>
        </p15:guide>
        <p15:guide id="4" pos="5541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3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-full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350111FA-8302-4060-B5AE-25B69E20B5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11948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613D1A0E-E892-4B40-BBF6-2690C770017B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2125F0FB-ADBE-43BA-91A6-EF8BE080E3A8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78EEC7B-0809-4EC8-B093-F8DC03E6F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  <a:endParaRPr lang="fr-LU" dirty="0"/>
          </a:p>
        </p:txBody>
      </p:sp>
      <p:sp>
        <p:nvSpPr>
          <p:cNvPr id="8" name="Medienplatzhalter 88">
            <a:extLst>
              <a:ext uri="{FF2B5EF4-FFF2-40B4-BE49-F238E27FC236}">
                <a16:creationId xmlns:a16="http://schemas.microsoft.com/office/drawing/2014/main" id="{591D1306-0252-473D-AACA-5089CDAF624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515938" y="6322854"/>
            <a:ext cx="619200" cy="12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/>
            </a:lvl1pPr>
          </a:lstStyle>
          <a:p>
            <a:r>
              <a:rPr lang="fr-LU"/>
              <a:t> 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457254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-full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350111FA-8302-4060-B5AE-25B69E20B5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8367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350111FA-8302-4060-B5AE-25B69E20B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5EC56383-7F33-42D5-A9A7-28EA119093A9}"/>
              </a:ext>
            </a:extLst>
          </p:cNvPr>
          <p:cNvSpPr>
            <a:spLocks noGrp="1"/>
          </p:cNvSpPr>
          <p:nvPr>
            <p:ph type="media" sz="quarter" idx="16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l'élément multimédia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B34AEF4-E7B4-4500-BA07-2F0F9E332595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90269024-A083-4FC3-A420-52D8A36A48AF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8" name="Medienplatzhalter 88">
            <a:extLst>
              <a:ext uri="{FF2B5EF4-FFF2-40B4-BE49-F238E27FC236}">
                <a16:creationId xmlns:a16="http://schemas.microsoft.com/office/drawing/2014/main" id="{591D1306-0252-473D-AACA-5089CDAF624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515938" y="6322854"/>
            <a:ext cx="619200" cy="1260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/>
            </a:lvl1pPr>
          </a:lstStyle>
          <a:p>
            <a:r>
              <a:rPr lang="fr-LU"/>
              <a:t> 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7013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aphic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7600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CBF2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2729B58-DD5D-499A-BFF1-57FA2D4AC49B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F434099E-59C4-4F92-AE79-5CD109C76DD1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E110609-E8FF-48DD-AB19-DA9B4DF7F7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2676DA6B-E257-84C8-4365-8C7A81B4E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5263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0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aphic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657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FF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7F42F8A-474A-4B7D-8DE6-781C13CDBDCA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0F15BB55-7ED0-44EE-BCDA-DFD2C82A3D3E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11" name="Inhaltsplatzhalter 6">
            <a:extLst>
              <a:ext uri="{FF2B5EF4-FFF2-40B4-BE49-F238E27FC236}">
                <a16:creationId xmlns:a16="http://schemas.microsoft.com/office/drawing/2014/main" id="{E31ACD99-5791-471A-A9C7-9DBBB661CC4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0F957D7-6E0C-2ABD-364B-6047C9A9A4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901685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3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aphic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6972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E1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5FC67C85-FB16-4AA9-B1BD-269DC4780845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DB9DAFF3-9B69-41A6-83F0-6DF007F86D65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66243DAB-56D7-458E-B707-AA087C9C48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64E2D011-C75D-B378-A40A-31B32BD31F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021181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6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2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aphictanger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9886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FFEC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38FEE7E-88F3-4B5F-99BB-B91AC87A8501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E82A90AC-3214-43AC-943F-65667C24AFD9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00D14DDF-09EB-4D5B-AB66-D3B9D035FCF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7951DBE-79F4-EBDE-BFCA-A1B8A8753B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42197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 userDrawn="1">
          <p15:clr>
            <a:srgbClr val="FBAE40"/>
          </p15:clr>
        </p15:guide>
        <p15:guide id="3" pos="5732" userDrawn="1">
          <p15:clr>
            <a:srgbClr val="FBAE40"/>
          </p15:clr>
        </p15:guide>
        <p15:guide id="4" pos="5552" userDrawn="1">
          <p15:clr>
            <a:srgbClr val="FBAE40"/>
          </p15:clr>
        </p15:guide>
        <p15:guide id="5" pos="3749" userDrawn="1">
          <p15:clr>
            <a:srgbClr val="FBAE40"/>
          </p15:clr>
        </p15:guide>
        <p15:guide id="6" pos="1946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-green">
    <p:bg>
      <p:bgPr>
        <a:solidFill>
          <a:srgbClr val="CB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2994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A28E307-5E54-4837-80A2-7F919848A37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 rtl="0">
              <a:defRPr/>
            </a:lvl1pPr>
          </a:lstStyle>
          <a:p>
            <a:fld id="{69DFF4F4-91D9-4A2F-A3A0-584DC9FA72B6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BB3C7DBB-82AC-4EAB-83A2-8D1EAB0A813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D6FEA325-C91A-4457-8FC8-727E8D2132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rtl="0">
              <a:defRPr/>
            </a:lvl1pPr>
          </a:lstStyle>
          <a:p>
            <a:fld id="{EA5A0DAD-FE66-482A-80B7-5C3D69A6C262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6EF517-BAB5-4B16-BCF3-3D4354E6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13EBBCB2-4A7A-1624-7EBA-654B4EE2C7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8901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 userDrawn="1">
          <p15:clr>
            <a:srgbClr val="FBAE40"/>
          </p15:clr>
        </p15:guide>
        <p15:guide id="2" pos="3931">
          <p15:clr>
            <a:srgbClr val="FBAE40"/>
          </p15:clr>
        </p15:guide>
        <p15:guide id="3" pos="5732" userDrawn="1">
          <p15:clr>
            <a:srgbClr val="FBAE40"/>
          </p15:clr>
        </p15:guide>
        <p15:guide id="4" pos="5549" userDrawn="1">
          <p15:clr>
            <a:srgbClr val="FBAE40"/>
          </p15:clr>
        </p15:guide>
        <p15:guide id="5" pos="3749">
          <p15:clr>
            <a:srgbClr val="FBAE40"/>
          </p15:clr>
        </p15:guide>
        <p15:guide id="6" pos="1947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e-red">
    <p:bg>
      <p:bgPr>
        <a:solidFill>
          <a:srgbClr val="FF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7223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A28E307-5E54-4837-80A2-7F919848A37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 rtl="0">
              <a:defRPr/>
            </a:lvl1pPr>
          </a:lstStyle>
          <a:p>
            <a:fld id="{CE78D872-F46D-485B-BA9D-D7656C81068B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BB3C7DBB-82AC-4EAB-83A2-8D1EAB0A813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D6FEA325-C91A-4457-8FC8-727E8D2132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rtl="0">
              <a:defRPr/>
            </a:lvl1pPr>
          </a:lstStyle>
          <a:p>
            <a:fld id="{2A371BF7-D86F-4C9F-9C2F-87940B067FE6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DD6AE7-366A-4D24-99B0-FF53D346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E8DEECE4-D084-A670-1D79-51C6A4A66B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275525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5" userDrawn="1">
          <p15:clr>
            <a:srgbClr val="FBAE40"/>
          </p15:clr>
        </p15:guide>
        <p15:guide id="2" pos="3931">
          <p15:clr>
            <a:srgbClr val="FBAE40"/>
          </p15:clr>
        </p15:guide>
        <p15:guide id="3" pos="5731" userDrawn="1">
          <p15:clr>
            <a:srgbClr val="FBAE40"/>
          </p15:clr>
        </p15:guide>
        <p15:guide id="4" pos="5549" userDrawn="1">
          <p15:clr>
            <a:srgbClr val="FBAE40"/>
          </p15:clr>
        </p15:guide>
        <p15:guide id="5" pos="3749">
          <p15:clr>
            <a:srgbClr val="FBAE40"/>
          </p15:clr>
        </p15:guide>
        <p15:guide id="6" pos="194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ne-purple">
    <p:bg>
      <p:bgPr>
        <a:solidFill>
          <a:srgbClr val="E1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963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A28E307-5E54-4837-80A2-7F919848A37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 rtl="0">
              <a:defRPr/>
            </a:lvl1pPr>
          </a:lstStyle>
          <a:p>
            <a:fld id="{377B0809-2686-4854-8092-CFC14F4A156D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BB3C7DBB-82AC-4EAB-83A2-8D1EAB0A813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D6FEA325-C91A-4457-8FC8-727E8D2132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rtl="0">
              <a:defRPr/>
            </a:lvl1pPr>
          </a:lstStyle>
          <a:p>
            <a:fld id="{1413BDBD-F7AE-45E8-9D2F-358AD3D99B77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792964-2A0C-427B-9BCB-8578526B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2BFA3B9B-8CD1-5A97-A6EC-9CCCC9175A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836691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8" userDrawn="1">
          <p15:clr>
            <a:srgbClr val="FBAE40"/>
          </p15:clr>
        </p15:guide>
        <p15:guide id="2" pos="3931">
          <p15:clr>
            <a:srgbClr val="FBAE40"/>
          </p15:clr>
        </p15:guide>
        <p15:guide id="3" pos="5733" userDrawn="1">
          <p15:clr>
            <a:srgbClr val="FBAE40"/>
          </p15:clr>
        </p15:guide>
        <p15:guide id="4" pos="5552" userDrawn="1">
          <p15:clr>
            <a:srgbClr val="FBAE40"/>
          </p15:clr>
        </p15:guide>
        <p15:guide id="5" pos="3749">
          <p15:clr>
            <a:srgbClr val="FBAE40"/>
          </p15:clr>
        </p15:guide>
        <p15:guide id="6" pos="194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ne-tangerine">
    <p:bg>
      <p:bgPr>
        <a:solidFill>
          <a:srgbClr val="FFE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2506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A28E307-5E54-4837-80A2-7F919848A37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 rtl="0">
              <a:defRPr/>
            </a:lvl1pPr>
          </a:lstStyle>
          <a:p>
            <a:fld id="{7EA9605C-DCEA-44FF-8D33-D3BE24302143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BB3C7DBB-82AC-4EAB-83A2-8D1EAB0A813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D6FEA325-C91A-4457-8FC8-727E8D2132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rtl="0">
              <a:defRPr/>
            </a:lvl1pPr>
          </a:lstStyle>
          <a:p>
            <a:fld id="{FE6C8CF1-F06B-4DD9-8CC7-AEFBC348B1D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FF84E0-9E3E-4BFC-8587-F153E8D6E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81DA4030-EE89-4E58-DA11-01825B7A3A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optionaler Untertitel in regular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62442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8" userDrawn="1">
          <p15:clr>
            <a:srgbClr val="FBAE40"/>
          </p15:clr>
        </p15:guide>
        <p15:guide id="2" pos="3931">
          <p15:clr>
            <a:srgbClr val="FBAE40"/>
          </p15:clr>
        </p15:guide>
        <p15:guide id="3" pos="5731" userDrawn="1">
          <p15:clr>
            <a:srgbClr val="FBAE40"/>
          </p15:clr>
        </p15:guide>
        <p15:guide id="4" pos="5552" userDrawn="1">
          <p15:clr>
            <a:srgbClr val="FBAE40"/>
          </p15:clr>
        </p15:guide>
        <p15:guide id="5" pos="3749">
          <p15:clr>
            <a:srgbClr val="FBAE40"/>
          </p15:clr>
        </p15:guide>
        <p15:guide id="6" pos="194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-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0702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D3F6FF9-46C9-430D-9A3A-15C19386A379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2C167D85-9C6E-47B8-B9D9-F6347CA43A4A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11" name="Medienplatzhalter 88">
            <a:extLst>
              <a:ext uri="{FF2B5EF4-FFF2-40B4-BE49-F238E27FC236}">
                <a16:creationId xmlns:a16="http://schemas.microsoft.com/office/drawing/2014/main" id="{33BEB612-EEED-4F70-89C4-9CC256F87879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515938" y="6322854"/>
            <a:ext cx="619200" cy="1260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/>
            </a:lvl1pPr>
          </a:lstStyle>
          <a:p>
            <a:r>
              <a:rPr lang="fr-LU"/>
              <a:t> </a:t>
            </a:r>
            <a:endParaRPr lang="fr-LU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F67DF4F-E053-4F17-B1A3-F4920097EF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1588" y="1520825"/>
            <a:ext cx="10404475" cy="4572000"/>
          </a:xfrm>
        </p:spPr>
        <p:txBody>
          <a:bodyPr/>
          <a:lstStyle>
            <a:lvl1pPr rtl="0">
              <a:lnSpc>
                <a:spcPts val="5600"/>
              </a:lnSpc>
              <a:spcAft>
                <a:spcPts val="0"/>
              </a:spcAft>
              <a:defRPr sz="4800">
                <a:solidFill>
                  <a:schemeClr val="bg1"/>
                </a:solidFill>
              </a:defRPr>
            </a:lvl1pPr>
            <a:lvl2pPr rtl="0">
              <a:lnSpc>
                <a:spcPts val="3800"/>
              </a:lnSpc>
              <a:spcAft>
                <a:spcPts val="0"/>
              </a:spcAft>
              <a:defRPr sz="3200" b="1">
                <a:solidFill>
                  <a:schemeClr val="bg1"/>
                </a:solidFill>
              </a:defRPr>
            </a:lvl2pPr>
            <a:lvl3pPr marL="0" indent="0" rtl="0">
              <a:lnSpc>
                <a:spcPts val="3800"/>
              </a:lnSpc>
              <a:buNone/>
              <a:defRPr sz="1000">
                <a:solidFill>
                  <a:schemeClr val="bg1"/>
                </a:solidFill>
              </a:defRPr>
            </a:lvl3pPr>
            <a:lvl4pPr>
              <a:lnSpc>
                <a:spcPts val="3800"/>
              </a:lnSpc>
              <a:defRPr sz="3200">
                <a:solidFill>
                  <a:schemeClr val="bg1"/>
                </a:solidFill>
              </a:defRPr>
            </a:lvl4pPr>
            <a:lvl5pPr>
              <a:lnSpc>
                <a:spcPts val="3800"/>
              </a:lnSpc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69275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1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9397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4756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3967C08-7411-4210-9AAF-4F35BA5904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9619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3967C08-7411-4210-9AAF-4F35BA5904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C543067-7B41-4E6C-A2A4-199D13ACC60E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D365E5BA-2CD6-4E99-AD1B-F80C652371B4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11160124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6DF9D65B-AB1E-F08F-0EF7-F5AAB5FF13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218565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3">
          <p15:clr>
            <a:srgbClr val="FBAE40"/>
          </p15:clr>
        </p15:guide>
        <p15:guide id="4" pos="5551">
          <p15:clr>
            <a:srgbClr val="FBAE40"/>
          </p15:clr>
        </p15:guide>
        <p15:guide id="5" pos="3749">
          <p15:clr>
            <a:srgbClr val="FBAE40"/>
          </p15:clr>
        </p15:guide>
        <p15:guide id="6" pos="194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Content-Box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582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53DB1132-8ABA-4D86-A902-A6038D1F7137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94E3D4"/>
          </a:solidFill>
        </p:spPr>
        <p:txBody>
          <a:bodyPr lIns="144000" tIns="144000" rIns="144000" bIns="144000"/>
          <a:lstStyle>
            <a:lvl1pPr rtl="0">
              <a:lnSpc>
                <a:spcPct val="100000"/>
              </a:lnSpc>
              <a:spcAft>
                <a:spcPts val="0"/>
              </a:spcAft>
              <a:defRPr sz="1000"/>
            </a:lvl1pPr>
            <a:lvl2pPr rtl="0">
              <a:lnSpc>
                <a:spcPct val="100000"/>
              </a:lnSpc>
              <a:spcAft>
                <a:spcPts val="0"/>
              </a:spcAft>
              <a:defRPr sz="1000"/>
            </a:lvl2pPr>
            <a:lvl3pPr rtl="0">
              <a:lnSpc>
                <a:spcPct val="100000"/>
              </a:lnSpc>
              <a:defRPr sz="1000"/>
            </a:lvl3pPr>
            <a:lvl4pPr rtl="0">
              <a:lnSpc>
                <a:spcPct val="100000"/>
              </a:lnSpc>
              <a:defRPr sz="1000"/>
            </a:lvl4pPr>
            <a:lvl5pPr rtl="0">
              <a:lnSpc>
                <a:spcPct val="100000"/>
              </a:lnSpc>
              <a:defRPr sz="1000"/>
            </a:lvl5pPr>
            <a:lvl6pPr rtl="0">
              <a:spcBef>
                <a:spcPts val="0"/>
              </a:spcBef>
              <a:spcAft>
                <a:spcPts val="0"/>
              </a:spcAft>
              <a:defRPr sz="800"/>
            </a:lvl6pPr>
            <a:lvl7pPr rtl="0">
              <a:spcBef>
                <a:spcPts val="0"/>
              </a:spcBef>
              <a:defRPr sz="800"/>
            </a:lvl7pPr>
            <a:lvl8pPr marL="179388" indent="-179388" rtl="0">
              <a:defRPr sz="800"/>
            </a:lvl8pPr>
            <a:lvl9pPr marL="360363" indent="-180975" rtl="0">
              <a:defRPr sz="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425406FF-DB64-163C-1112-05B138A8B2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89147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4">
          <p15:clr>
            <a:srgbClr val="FBAE40"/>
          </p15:clr>
        </p15:guide>
        <p15:guide id="4" pos="5551">
          <p15:clr>
            <a:srgbClr val="FBAE40"/>
          </p15:clr>
        </p15:guide>
        <p15:guide id="5" pos="3749">
          <p15:clr>
            <a:srgbClr val="FBAE40"/>
          </p15:clr>
        </p15:guide>
        <p15:guide id="6" pos="194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Content-Box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1813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B2DE9E9-468F-4AE6-A51F-10883B25E961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FFACA6"/>
          </a:solidFill>
        </p:spPr>
        <p:txBody>
          <a:bodyPr lIns="144000" tIns="144000" rIns="144000" bIns="144000"/>
          <a:lstStyle>
            <a:lvl1pPr rtl="0">
              <a:lnSpc>
                <a:spcPct val="100000"/>
              </a:lnSpc>
              <a:spcAft>
                <a:spcPts val="0"/>
              </a:spcAft>
              <a:defRPr sz="1000"/>
            </a:lvl1pPr>
            <a:lvl2pPr rtl="0">
              <a:lnSpc>
                <a:spcPct val="100000"/>
              </a:lnSpc>
              <a:spcAft>
                <a:spcPts val="0"/>
              </a:spcAft>
              <a:defRPr sz="1000"/>
            </a:lvl2pPr>
            <a:lvl3pPr rtl="0">
              <a:lnSpc>
                <a:spcPct val="100000"/>
              </a:lnSpc>
              <a:defRPr sz="1000"/>
            </a:lvl3pPr>
            <a:lvl4pPr rtl="0">
              <a:lnSpc>
                <a:spcPct val="100000"/>
              </a:lnSpc>
              <a:defRPr sz="1000"/>
            </a:lvl4pPr>
            <a:lvl5pPr rtl="0">
              <a:lnSpc>
                <a:spcPct val="100000"/>
              </a:lnSpc>
              <a:defRPr sz="1000"/>
            </a:lvl5pPr>
            <a:lvl6pPr rtl="0">
              <a:spcBef>
                <a:spcPts val="0"/>
              </a:spcBef>
              <a:spcAft>
                <a:spcPts val="0"/>
              </a:spcAft>
              <a:defRPr sz="800"/>
            </a:lvl6pPr>
            <a:lvl7pPr rtl="0">
              <a:spcBef>
                <a:spcPts val="0"/>
              </a:spcBef>
              <a:defRPr sz="800"/>
            </a:lvl7pPr>
            <a:lvl8pPr marL="179388" indent="-179388" rtl="0">
              <a:defRPr sz="800"/>
            </a:lvl8pPr>
            <a:lvl9pPr marL="360363" indent="-180975" rtl="0">
              <a:defRPr sz="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425406FF-DB64-163C-1112-05B138A8B2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710045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4">
          <p15:clr>
            <a:srgbClr val="FBAE40"/>
          </p15:clr>
        </p15:guide>
        <p15:guide id="4" pos="5551">
          <p15:clr>
            <a:srgbClr val="FBAE40"/>
          </p15:clr>
        </p15:guide>
        <p15:guide id="5" pos="3749">
          <p15:clr>
            <a:srgbClr val="FBAE40"/>
          </p15:clr>
        </p15:guide>
        <p15:guide id="6" pos="194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Content-Box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0125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19DF034F-719A-45DA-8730-F61A935435DF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B8B2FF"/>
          </a:solidFill>
        </p:spPr>
        <p:txBody>
          <a:bodyPr lIns="144000" tIns="144000" rIns="144000" bIns="144000"/>
          <a:lstStyle>
            <a:lvl1pPr rtl="0">
              <a:lnSpc>
                <a:spcPct val="100000"/>
              </a:lnSpc>
              <a:spcAft>
                <a:spcPts val="0"/>
              </a:spcAft>
              <a:defRPr sz="1000"/>
            </a:lvl1pPr>
            <a:lvl2pPr rtl="0">
              <a:lnSpc>
                <a:spcPct val="100000"/>
              </a:lnSpc>
              <a:spcAft>
                <a:spcPts val="0"/>
              </a:spcAft>
              <a:defRPr sz="1000"/>
            </a:lvl2pPr>
            <a:lvl3pPr rtl="0">
              <a:lnSpc>
                <a:spcPct val="100000"/>
              </a:lnSpc>
              <a:defRPr sz="1000"/>
            </a:lvl3pPr>
            <a:lvl4pPr rtl="0">
              <a:lnSpc>
                <a:spcPct val="100000"/>
              </a:lnSpc>
              <a:defRPr sz="1000"/>
            </a:lvl4pPr>
            <a:lvl5pPr rtl="0">
              <a:lnSpc>
                <a:spcPct val="100000"/>
              </a:lnSpc>
              <a:defRPr sz="1000"/>
            </a:lvl5pPr>
            <a:lvl6pPr rtl="0">
              <a:spcBef>
                <a:spcPts val="0"/>
              </a:spcBef>
              <a:spcAft>
                <a:spcPts val="0"/>
              </a:spcAft>
              <a:defRPr sz="800"/>
            </a:lvl6pPr>
            <a:lvl7pPr rtl="0">
              <a:spcBef>
                <a:spcPts val="0"/>
              </a:spcBef>
              <a:defRPr sz="800"/>
            </a:lvl7pPr>
            <a:lvl8pPr marL="179388" indent="-179388" rtl="0">
              <a:defRPr sz="800"/>
            </a:lvl8pPr>
            <a:lvl9pPr marL="360363" indent="-180975" rtl="0">
              <a:defRPr sz="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425406FF-DB64-163C-1112-05B138A8B2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93681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4">
          <p15:clr>
            <a:srgbClr val="FBAE40"/>
          </p15:clr>
        </p15:guide>
        <p15:guide id="4" pos="5551">
          <p15:clr>
            <a:srgbClr val="FBAE40"/>
          </p15:clr>
        </p15:guide>
        <p15:guide id="5" pos="3749">
          <p15:clr>
            <a:srgbClr val="FBAE40"/>
          </p15:clr>
        </p15:guide>
        <p15:guide id="6" pos="194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Content-Box-tanger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785D45FA-14F3-4141-9F10-F34F7E97F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4795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785D45FA-14F3-4141-9F10-F34F7E97F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F3FC4E3-60EF-4F4B-ABCA-34F88A698F9B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813C00-7EEB-4B2F-AF69-D5B3D46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508A23D5-8C04-42F7-ADE6-E0830D0D2333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8296276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57326C-3DF4-4BE1-A923-B4023B32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2725" y="1520825"/>
            <a:ext cx="2573338" cy="4572000"/>
          </a:xfrm>
          <a:prstGeom prst="roundRect">
            <a:avLst>
              <a:gd name="adj" fmla="val 5601"/>
            </a:avLst>
          </a:prstGeom>
          <a:solidFill>
            <a:srgbClr val="FAE052"/>
          </a:solidFill>
        </p:spPr>
        <p:txBody>
          <a:bodyPr lIns="144000" tIns="144000" rIns="144000" bIns="144000"/>
          <a:lstStyle>
            <a:lvl1pPr rtl="0">
              <a:lnSpc>
                <a:spcPct val="100000"/>
              </a:lnSpc>
              <a:spcAft>
                <a:spcPts val="0"/>
              </a:spcAft>
              <a:defRPr sz="1000"/>
            </a:lvl1pPr>
            <a:lvl2pPr rtl="0">
              <a:lnSpc>
                <a:spcPct val="100000"/>
              </a:lnSpc>
              <a:spcAft>
                <a:spcPts val="0"/>
              </a:spcAft>
              <a:defRPr sz="1000"/>
            </a:lvl2pPr>
            <a:lvl3pPr rtl="0">
              <a:lnSpc>
                <a:spcPct val="100000"/>
              </a:lnSpc>
              <a:defRPr sz="1000"/>
            </a:lvl3pPr>
            <a:lvl4pPr rtl="0">
              <a:lnSpc>
                <a:spcPct val="100000"/>
              </a:lnSpc>
              <a:defRPr sz="1000"/>
            </a:lvl4pPr>
            <a:lvl5pPr rtl="0">
              <a:lnSpc>
                <a:spcPct val="100000"/>
              </a:lnSpc>
              <a:defRPr sz="1000"/>
            </a:lvl5pPr>
            <a:lvl6pPr rtl="0">
              <a:spcBef>
                <a:spcPts val="0"/>
              </a:spcBef>
              <a:spcAft>
                <a:spcPts val="0"/>
              </a:spcAft>
              <a:defRPr sz="800"/>
            </a:lvl6pPr>
            <a:lvl7pPr rtl="0">
              <a:spcBef>
                <a:spcPts val="0"/>
              </a:spcBef>
              <a:defRPr sz="800"/>
            </a:lvl7pPr>
            <a:lvl8pPr marL="179388" indent="-179388" rtl="0">
              <a:defRPr sz="800"/>
            </a:lvl8pPr>
            <a:lvl9pPr marL="360363" indent="-180975" rtl="0">
              <a:defRPr sz="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425406FF-DB64-163C-1112-05B138A8B2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857250"/>
            <a:ext cx="11160125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555801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4">
          <p15:clr>
            <a:srgbClr val="FBAE40"/>
          </p15:clr>
        </p15:guide>
        <p15:guide id="4" pos="5551">
          <p15:clr>
            <a:srgbClr val="FBAE40"/>
          </p15:clr>
        </p15:guide>
        <p15:guide id="5" pos="3749">
          <p15:clr>
            <a:srgbClr val="FBAE40"/>
          </p15:clr>
        </p15:guide>
        <p15:guide id="6" pos="194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Text-Graphic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703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CBF2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DB92C26D-013D-40AB-B160-5F79D210D76F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F434099E-59C4-4F92-AE79-5CD109C76DD1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E110609-E8FF-48DD-AB19-DA9B4DF7F7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2676DA6B-E257-84C8-4365-8C7A81B4E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828537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3">
          <p15:clr>
            <a:srgbClr val="FBAE40"/>
          </p15:clr>
        </p15:guide>
        <p15:guide id="4" pos="5550">
          <p15:clr>
            <a:srgbClr val="FBAE40"/>
          </p15:clr>
        </p15:guide>
        <p15:guide id="5" pos="3749">
          <p15:clr>
            <a:srgbClr val="FBAE40"/>
          </p15:clr>
        </p15:guide>
        <p15:guide id="6" pos="194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Text-Graphic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389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FF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1117184-DFCA-455F-95E2-2CAFCED1CBE3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F434099E-59C4-4F92-AE79-5CD109C76DD1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E110609-E8FF-48DD-AB19-DA9B4DF7F7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2676DA6B-E257-84C8-4365-8C7A81B4E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016032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3">
          <p15:clr>
            <a:srgbClr val="FBAE40"/>
          </p15:clr>
        </p15:guide>
        <p15:guide id="4" pos="5550">
          <p15:clr>
            <a:srgbClr val="FBAE40"/>
          </p15:clr>
        </p15:guide>
        <p15:guide id="5" pos="3749">
          <p15:clr>
            <a:srgbClr val="FBAE40"/>
          </p15:clr>
        </p15:guide>
        <p15:guide id="6" pos="194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Text-Graphic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467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E1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C188B975-328E-4388-ACB4-94EF05CBBA94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F434099E-59C4-4F92-AE79-5CD109C76DD1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E110609-E8FF-48DD-AB19-DA9B4DF7F7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2676DA6B-E257-84C8-4365-8C7A81B4E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940457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3">
          <p15:clr>
            <a:srgbClr val="FBAE40"/>
          </p15:clr>
        </p15:guide>
        <p15:guide id="4" pos="5550">
          <p15:clr>
            <a:srgbClr val="FBAE40"/>
          </p15:clr>
        </p15:guide>
        <p15:guide id="5" pos="3749">
          <p15:clr>
            <a:srgbClr val="FBAE40"/>
          </p15:clr>
        </p15:guide>
        <p15:guide id="6" pos="194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_typo-Text-Graphic-tanger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2055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4DE4D8CE-C598-4414-B923-3B58B76B6EF0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solidFill>
            <a:srgbClr val="FFEC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LU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DCD777-80A3-4BB5-923E-E788280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5435600" cy="7620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A41602-D713-4AF0-AD98-DA821443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B46AE80F-64DD-423B-9C85-5C5B70CCBC74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C4CA0-1CD0-4AA0-856F-8BD4A47B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ADB94-A296-414F-981F-B8193396F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7" y="1520825"/>
            <a:ext cx="5435601" cy="4572000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94B93-45AC-4766-8A6C-5AF751C73F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F434099E-59C4-4F92-AE79-5CD109C76DD1}" type="slidenum">
              <a:rPr lang="fr-LU" smtClean="0"/>
              <a:pPr/>
              <a:t>‹N°›</a:t>
            </a:fld>
            <a:endParaRPr lang="fr-LU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AE110609-E8FF-48DD-AB19-DA9B4DF7F7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25155" y="476250"/>
            <a:ext cx="5150909" cy="5616575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0"/>
              </a:spcAft>
              <a:defRPr sz="1200"/>
            </a:lvl1pPr>
            <a:lvl2pPr rtl="0">
              <a:lnSpc>
                <a:spcPct val="100000"/>
              </a:lnSpc>
              <a:spcAft>
                <a:spcPts val="0"/>
              </a:spcAft>
              <a:defRPr sz="1200"/>
            </a:lvl2pPr>
            <a:lvl3pPr rtl="0">
              <a:lnSpc>
                <a:spcPct val="100000"/>
              </a:lnSpc>
              <a:defRPr sz="1200"/>
            </a:lvl3pPr>
            <a:lvl4pPr rtl="0">
              <a:lnSpc>
                <a:spcPct val="100000"/>
              </a:lnSpc>
              <a:defRPr sz="1200"/>
            </a:lvl4pPr>
            <a:lvl5pPr rtl="0">
              <a:lnSpc>
                <a:spcPct val="100000"/>
              </a:lnSpc>
              <a:defRPr sz="1200"/>
            </a:lvl5pPr>
            <a:lvl6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6pPr>
            <a:lvl7pPr rtl="0">
              <a:lnSpc>
                <a:spcPct val="100000"/>
              </a:lnSpc>
              <a:spcBef>
                <a:spcPts val="0"/>
              </a:spcBef>
              <a:defRPr/>
            </a:lvl7pPr>
            <a:lvl8pPr rtl="0">
              <a:lnSpc>
                <a:spcPct val="100000"/>
              </a:lnSpc>
              <a:defRPr/>
            </a:lvl8pPr>
            <a:lvl9pPr rtl="0">
              <a:lnSpc>
                <a:spcPct val="100000"/>
              </a:lnSpc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2676DA6B-E257-84C8-4365-8C7A81B4E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857250"/>
            <a:ext cx="5435600" cy="446080"/>
          </a:xfrm>
        </p:spPr>
        <p:txBody>
          <a:bodyPr/>
          <a:lstStyle>
            <a:lvl1pPr rtl="0">
              <a:lnSpc>
                <a:spcPts val="2800"/>
              </a:lnSpc>
              <a:spcAft>
                <a:spcPts val="0"/>
              </a:spcAft>
              <a:defRPr sz="2400" b="0"/>
            </a:lvl1pPr>
          </a:lstStyle>
          <a:p>
            <a:pPr lvl="0"/>
            <a:r>
              <a:rPr lang="fr-LU"/>
              <a:t>small typo – only for very much content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63357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27">
          <p15:clr>
            <a:srgbClr val="FBAE40"/>
          </p15:clr>
        </p15:guide>
        <p15:guide id="2" pos="3931">
          <p15:clr>
            <a:srgbClr val="FBAE40"/>
          </p15:clr>
        </p15:guide>
        <p15:guide id="3" pos="5733">
          <p15:clr>
            <a:srgbClr val="FBAE40"/>
          </p15:clr>
        </p15:guide>
        <p15:guide id="4" pos="5550">
          <p15:clr>
            <a:srgbClr val="FBAE40"/>
          </p15:clr>
        </p15:guide>
        <p15:guide id="5" pos="3749">
          <p15:clr>
            <a:srgbClr val="FBAE40"/>
          </p15:clr>
        </p15:guide>
        <p15:guide id="6" pos="194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-green_shape">
    <p:bg>
      <p:bgPr>
        <a:solidFill>
          <a:srgbClr val="CB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43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7531366D-605C-42EA-A7A0-30D57F6B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11160124" cy="762001"/>
          </a:xfrm>
        </p:spPr>
        <p:txBody>
          <a:bodyPr vert="horz"/>
          <a:lstStyle>
            <a:lvl1pPr rtl="0">
              <a:lnSpc>
                <a:spcPts val="4800"/>
              </a:lnSpc>
              <a:defRPr sz="4200"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AE458BA9-D0D5-4F1B-89A5-AB8D7DB700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5938" y="5069941"/>
            <a:ext cx="1979612" cy="1022884"/>
          </a:xfrm>
        </p:spPr>
        <p:txBody>
          <a:bodyPr anchor="b"/>
          <a:lstStyle>
            <a:lvl1pPr rtl="0">
              <a:lnSpc>
                <a:spcPts val="1400"/>
              </a:lnSpc>
              <a:spcAft>
                <a:spcPts val="0"/>
              </a:spcAft>
              <a:defRPr sz="1000"/>
            </a:lvl1pPr>
            <a:lvl2pPr rtl="0">
              <a:lnSpc>
                <a:spcPts val="1400"/>
              </a:lnSpc>
              <a:spcAft>
                <a:spcPts val="0"/>
              </a:spcAft>
              <a:defRPr sz="1000"/>
            </a:lvl2pPr>
            <a:lvl3pPr rtl="0">
              <a:lnSpc>
                <a:spcPts val="1400"/>
              </a:lnSpc>
              <a:defRPr sz="1000"/>
            </a:lvl3pPr>
            <a:lvl4pPr rtl="0">
              <a:lnSpc>
                <a:spcPts val="1400"/>
              </a:lnSpc>
              <a:defRPr sz="1000"/>
            </a:lvl4pPr>
            <a:lvl5pPr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4F1C4C7-8C38-4290-97EB-DFEE53EC887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56800" y="1522800"/>
            <a:ext cx="5335200" cy="5335200"/>
          </a:xfrm>
          <a:prstGeom prst="rect">
            <a:avLst/>
          </a:prstGeom>
        </p:spPr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752DB90-51E3-E5D1-A730-546699E41FBC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5938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72DF4A02-5447-55EE-9416-D058C5641952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814885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CFBB427B-0CFE-E22C-6DF4-6A451DF9AEB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113832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7" name="Inhaltsplatzhalter 10">
            <a:extLst>
              <a:ext uri="{FF2B5EF4-FFF2-40B4-BE49-F238E27FC236}">
                <a16:creationId xmlns:a16="http://schemas.microsoft.com/office/drawing/2014/main" id="{9B82FF0D-212C-9CD2-4C4C-32778E7BA6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5938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8" name="Inhaltsplatzhalter 10">
            <a:extLst>
              <a:ext uri="{FF2B5EF4-FFF2-40B4-BE49-F238E27FC236}">
                <a16:creationId xmlns:a16="http://schemas.microsoft.com/office/drawing/2014/main" id="{9CFFB67D-2220-7113-5FEE-00C5C620BFF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2814885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4A762257-F218-FBBB-D346-BFDF9D10F42F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113832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675975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72" userDrawn="1">
          <p15:clr>
            <a:srgbClr val="FBAE40"/>
          </p15:clr>
        </p15:guide>
        <p15:guide id="2" pos="3219" userDrawn="1">
          <p15:clr>
            <a:srgbClr val="FBAE40"/>
          </p15:clr>
        </p15:guide>
        <p15:guide id="5" pos="3020" userDrawn="1">
          <p15:clr>
            <a:srgbClr val="FBAE40"/>
          </p15:clr>
        </p15:guide>
        <p15:guide id="6" pos="1572" userDrawn="1">
          <p15:clr>
            <a:srgbClr val="FBAE40"/>
          </p15:clr>
        </p15:guide>
        <p15:guide id="7" pos="4467" userDrawn="1">
          <p15:clr>
            <a:srgbClr val="FBAE40"/>
          </p15:clr>
        </p15:guide>
        <p15:guide id="8" pos="4664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-red_shape">
    <p:bg>
      <p:bgPr>
        <a:solidFill>
          <a:srgbClr val="FF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230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7531366D-605C-42EA-A7A0-30D57F6B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lnSpc>
                <a:spcPts val="4800"/>
              </a:lnSpc>
              <a:defRPr sz="4200"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85D7D4B-7A70-4BD8-86D5-A8FD151EC7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56800" y="1522800"/>
            <a:ext cx="5335200" cy="5335200"/>
          </a:xfrm>
          <a:prstGeom prst="rect">
            <a:avLst/>
          </a:prstGeom>
        </p:spPr>
      </p:pic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F0312244-C453-1227-48F2-853A6803BA8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5938" y="5069941"/>
            <a:ext cx="1979612" cy="1022884"/>
          </a:xfrm>
        </p:spPr>
        <p:txBody>
          <a:bodyPr anchor="b"/>
          <a:lstStyle>
            <a:lvl1pPr rtl="0">
              <a:lnSpc>
                <a:spcPts val="1400"/>
              </a:lnSpc>
              <a:spcAft>
                <a:spcPts val="0"/>
              </a:spcAft>
              <a:defRPr sz="1000"/>
            </a:lvl1pPr>
            <a:lvl2pPr rtl="0">
              <a:lnSpc>
                <a:spcPts val="1400"/>
              </a:lnSpc>
              <a:spcAft>
                <a:spcPts val="0"/>
              </a:spcAft>
              <a:defRPr sz="1000"/>
            </a:lvl2pPr>
            <a:lvl3pPr rtl="0">
              <a:lnSpc>
                <a:spcPts val="1400"/>
              </a:lnSpc>
              <a:defRPr sz="1000"/>
            </a:lvl3pPr>
            <a:lvl4pPr rtl="0">
              <a:lnSpc>
                <a:spcPts val="1400"/>
              </a:lnSpc>
              <a:defRPr sz="1000"/>
            </a:lvl4pPr>
            <a:lvl5pPr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7" name="Inhaltsplatzhalter 10">
            <a:extLst>
              <a:ext uri="{FF2B5EF4-FFF2-40B4-BE49-F238E27FC236}">
                <a16:creationId xmlns:a16="http://schemas.microsoft.com/office/drawing/2014/main" id="{7CC8B8A2-C0A4-9F97-3220-31AD26471FC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5938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8" name="Inhaltsplatzhalter 10">
            <a:extLst>
              <a:ext uri="{FF2B5EF4-FFF2-40B4-BE49-F238E27FC236}">
                <a16:creationId xmlns:a16="http://schemas.microsoft.com/office/drawing/2014/main" id="{FEB3D6CA-8E5B-1EB4-BCB4-44E60DD33B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814885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38556080-1FD9-D6D8-8071-976765ED6F0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113832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48088730-9C85-C505-D03A-3BC3C9895CD7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5938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1BA26CB9-E215-5767-6511-CB85383D0400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2814885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32" name="Inhaltsplatzhalter 10">
            <a:extLst>
              <a:ext uri="{FF2B5EF4-FFF2-40B4-BE49-F238E27FC236}">
                <a16:creationId xmlns:a16="http://schemas.microsoft.com/office/drawing/2014/main" id="{7EF67B9B-19D7-6365-EB94-E87738578134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113832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805780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72" userDrawn="1">
          <p15:clr>
            <a:srgbClr val="FBAE40"/>
          </p15:clr>
        </p15:guide>
        <p15:guide id="2" pos="3219" userDrawn="1">
          <p15:clr>
            <a:srgbClr val="FBAE40"/>
          </p15:clr>
        </p15:guide>
        <p15:guide id="5" pos="3024" userDrawn="1">
          <p15:clr>
            <a:srgbClr val="FBAE40"/>
          </p15:clr>
        </p15:guide>
        <p15:guide id="6" pos="1572" userDrawn="1">
          <p15:clr>
            <a:srgbClr val="FBAE40"/>
          </p15:clr>
        </p15:guide>
        <p15:guide id="7" pos="4464" userDrawn="1">
          <p15:clr>
            <a:srgbClr val="FBAE40"/>
          </p15:clr>
        </p15:guide>
        <p15:guide id="8" pos="4664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-purple_shape">
    <p:bg>
      <p:bgPr>
        <a:solidFill>
          <a:srgbClr val="E1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1033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7531366D-605C-42EA-A7A0-30D57F6B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lnSpc>
                <a:spcPts val="4800"/>
              </a:lnSpc>
              <a:defRPr sz="4200"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6A372CB-4363-4F2F-A38C-68157257D2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54825" y="1520825"/>
            <a:ext cx="5337175" cy="5337175"/>
          </a:xfrm>
          <a:prstGeom prst="rect">
            <a:avLst/>
          </a:prstGeom>
        </p:spPr>
      </p:pic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DD146F87-C023-E081-A675-A136E975397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5938" y="5069941"/>
            <a:ext cx="1979612" cy="1022884"/>
          </a:xfrm>
        </p:spPr>
        <p:txBody>
          <a:bodyPr anchor="b"/>
          <a:lstStyle>
            <a:lvl1pPr rtl="0">
              <a:lnSpc>
                <a:spcPts val="1400"/>
              </a:lnSpc>
              <a:spcAft>
                <a:spcPts val="0"/>
              </a:spcAft>
              <a:defRPr sz="1000"/>
            </a:lvl1pPr>
            <a:lvl2pPr rtl="0">
              <a:lnSpc>
                <a:spcPts val="1400"/>
              </a:lnSpc>
              <a:spcAft>
                <a:spcPts val="0"/>
              </a:spcAft>
              <a:defRPr sz="1000"/>
            </a:lvl2pPr>
            <a:lvl3pPr rtl="0">
              <a:lnSpc>
                <a:spcPts val="1400"/>
              </a:lnSpc>
              <a:defRPr sz="1000"/>
            </a:lvl3pPr>
            <a:lvl4pPr rtl="0">
              <a:lnSpc>
                <a:spcPts val="1400"/>
              </a:lnSpc>
              <a:defRPr sz="1000"/>
            </a:lvl4pPr>
            <a:lvl5pPr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BD252F25-5263-F3EC-BE1F-E8D3141EB3B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5938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3578F470-4FBA-B658-4D9B-8052CD56D04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814885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A87B5A8F-1B87-B901-EECA-4964C69B8FC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113832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D9184C83-6883-9ABD-9454-BF565B31B34E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5938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1" name="Inhaltsplatzhalter 10">
            <a:extLst>
              <a:ext uri="{FF2B5EF4-FFF2-40B4-BE49-F238E27FC236}">
                <a16:creationId xmlns:a16="http://schemas.microsoft.com/office/drawing/2014/main" id="{D5D10C0C-9483-C389-460A-772FB5D6B8A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2814885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75F52023-2782-8FB6-D938-9639CFAC665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113832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3061316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72" userDrawn="1">
          <p15:clr>
            <a:srgbClr val="FBAE40"/>
          </p15:clr>
        </p15:guide>
        <p15:guide id="2" pos="3219" userDrawn="1">
          <p15:clr>
            <a:srgbClr val="FBAE40"/>
          </p15:clr>
        </p15:guide>
        <p15:guide id="5" pos="3024" userDrawn="1">
          <p15:clr>
            <a:srgbClr val="FBAE40"/>
          </p15:clr>
        </p15:guide>
        <p15:guide id="6" pos="1572" userDrawn="1">
          <p15:clr>
            <a:srgbClr val="FBAE40"/>
          </p15:clr>
        </p15:guide>
        <p15:guide id="7" pos="4464" userDrawn="1">
          <p15:clr>
            <a:srgbClr val="FBAE40"/>
          </p15:clr>
        </p15:guide>
        <p15:guide id="8" pos="4664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-tangerine_shape">
    <p:bg>
      <p:bgPr>
        <a:solidFill>
          <a:srgbClr val="FFE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AD9377-8EF0-40DF-8300-E232E5BA23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08238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AD9377-8EF0-40DF-8300-E232E5BA2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7531366D-605C-42EA-A7A0-30D57F6B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lnSpc>
                <a:spcPts val="4800"/>
              </a:lnSpc>
              <a:defRPr sz="4200"/>
            </a:lvl1pPr>
          </a:lstStyle>
          <a:p>
            <a:r>
              <a:rPr lang="fr-FR"/>
              <a:t>Modifiez le style du titre</a:t>
            </a:r>
            <a:endParaRPr lang="fr-LU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0E53F2F-636F-408B-85DE-13C801FECE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56800" y="1522800"/>
            <a:ext cx="5335200" cy="5335200"/>
          </a:xfrm>
          <a:prstGeom prst="rect">
            <a:avLst/>
          </a:prstGeom>
        </p:spPr>
      </p:pic>
      <p:sp>
        <p:nvSpPr>
          <p:cNvPr id="2" name="Textplatzhalter 6">
            <a:extLst>
              <a:ext uri="{FF2B5EF4-FFF2-40B4-BE49-F238E27FC236}">
                <a16:creationId xmlns:a16="http://schemas.microsoft.com/office/drawing/2014/main" id="{D384C5F8-48FC-E8AD-FF3D-5CC399DB0E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5938" y="5069941"/>
            <a:ext cx="1979612" cy="1022884"/>
          </a:xfrm>
        </p:spPr>
        <p:txBody>
          <a:bodyPr anchor="b"/>
          <a:lstStyle>
            <a:lvl1pPr rtl="0">
              <a:lnSpc>
                <a:spcPts val="1400"/>
              </a:lnSpc>
              <a:spcAft>
                <a:spcPts val="0"/>
              </a:spcAft>
              <a:defRPr sz="1000"/>
            </a:lvl1pPr>
            <a:lvl2pPr rtl="0">
              <a:lnSpc>
                <a:spcPts val="1400"/>
              </a:lnSpc>
              <a:spcAft>
                <a:spcPts val="0"/>
              </a:spcAft>
              <a:defRPr sz="1000"/>
            </a:lvl2pPr>
            <a:lvl3pPr rtl="0">
              <a:lnSpc>
                <a:spcPts val="1400"/>
              </a:lnSpc>
              <a:defRPr sz="1000"/>
            </a:lvl3pPr>
            <a:lvl4pPr rtl="0">
              <a:lnSpc>
                <a:spcPts val="1400"/>
              </a:lnSpc>
              <a:defRPr sz="1000"/>
            </a:lvl4pPr>
            <a:lvl5pPr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3B5C5A43-BF93-EF79-19BC-FD610E8E130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5938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5" name="Inhaltsplatzhalter 10">
            <a:extLst>
              <a:ext uri="{FF2B5EF4-FFF2-40B4-BE49-F238E27FC236}">
                <a16:creationId xmlns:a16="http://schemas.microsoft.com/office/drawing/2014/main" id="{1408E4ED-0E07-CBD9-D8A1-96F03CFC08A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814885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6" name="Inhaltsplatzhalter 10">
            <a:extLst>
              <a:ext uri="{FF2B5EF4-FFF2-40B4-BE49-F238E27FC236}">
                <a16:creationId xmlns:a16="http://schemas.microsoft.com/office/drawing/2014/main" id="{0A17CE3D-EF0B-6AED-7A75-59891AC0917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113832" y="1522413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7" name="Inhaltsplatzhalter 10">
            <a:extLst>
              <a:ext uri="{FF2B5EF4-FFF2-40B4-BE49-F238E27FC236}">
                <a16:creationId xmlns:a16="http://schemas.microsoft.com/office/drawing/2014/main" id="{3D8C3661-B536-56B6-3966-5EB807F2525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5938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BBB53F8F-E15B-F076-C653-8A54E3F8A73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2814885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4E3F948-795D-AAF8-72B2-15400BCC791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113832" y="3423399"/>
            <a:ext cx="1980000" cy="1620000"/>
          </a:xfrm>
        </p:spPr>
        <p:txBody>
          <a:bodyPr/>
          <a:lstStyle>
            <a:lvl1pPr rtl="0">
              <a:spcAft>
                <a:spcPts val="0"/>
              </a:spcAft>
              <a:defRPr sz="1400"/>
            </a:lvl1pPr>
            <a:lvl2pPr rtl="0">
              <a:spcAft>
                <a:spcPts val="0"/>
              </a:spcAft>
              <a:defRPr sz="1400"/>
            </a:lvl2pPr>
            <a:lvl3pPr marL="0" indent="0" rtl="0">
              <a:lnSpc>
                <a:spcPts val="1400"/>
              </a:lnSpc>
              <a:buNone/>
              <a:defRPr sz="1000" b="1"/>
            </a:lvl3pPr>
            <a:lvl4pPr marL="0" indent="0" rtl="0">
              <a:lnSpc>
                <a:spcPts val="1400"/>
              </a:lnSpc>
              <a:buNone/>
              <a:defRPr sz="1000"/>
            </a:lvl4pPr>
            <a:lvl5pPr marL="180975" indent="-180975" rtl="0">
              <a:lnSpc>
                <a:spcPts val="1400"/>
              </a:lnSpc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461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72" userDrawn="1">
          <p15:clr>
            <a:srgbClr val="FBAE40"/>
          </p15:clr>
        </p15:guide>
        <p15:guide id="2" pos="3219" userDrawn="1">
          <p15:clr>
            <a:srgbClr val="FBAE40"/>
          </p15:clr>
        </p15:guide>
        <p15:guide id="5" pos="3024" userDrawn="1">
          <p15:clr>
            <a:srgbClr val="FBAE40"/>
          </p15:clr>
        </p15:guide>
        <p15:guide id="6" pos="1572" userDrawn="1">
          <p15:clr>
            <a:srgbClr val="FBAE40"/>
          </p15:clr>
        </p15:guide>
        <p15:guide id="7" pos="4464" userDrawn="1">
          <p15:clr>
            <a:srgbClr val="FBAE40"/>
          </p15:clr>
        </p15:guide>
        <p15:guide id="8" pos="46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0D34042-F2EC-48A1-862A-1433983BB3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1205136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4" imgW="410" imgH="409" progId="TCLayout.ActiveDocument.1">
                  <p:embed/>
                </p:oleObj>
              </mc:Choice>
              <mc:Fallback>
                <p:oleObj name="think-cell Slide" r:id="rId54" imgW="410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B757474-0A14-423C-8321-5A25F1B1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76250"/>
            <a:ext cx="11160124" cy="7620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LU" noProof="0"/>
              <a:t>Mastertitelformat</a:t>
            </a:r>
            <a:r>
              <a:rPr lang="fr-LU"/>
              <a:t> bearbeiten</a:t>
            </a:r>
            <a:endParaRPr lang="fr-LU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94130F-197E-48A7-8750-702D9C1B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520825"/>
            <a:ext cx="11160124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LU"/>
              <a:t>Mastertextformat bearbeiten</a:t>
            </a:r>
          </a:p>
          <a:p>
            <a:pPr lvl="1"/>
            <a:r>
              <a:rPr lang="fr-LU"/>
              <a:t>Zweite Ebene</a:t>
            </a:r>
          </a:p>
          <a:p>
            <a:pPr lvl="2"/>
            <a:r>
              <a:rPr lang="fr-LU"/>
              <a:t>Dritte Ebene</a:t>
            </a:r>
          </a:p>
          <a:p>
            <a:pPr lvl="3"/>
            <a:r>
              <a:rPr lang="fr-LU"/>
              <a:t>Vierte Ebene</a:t>
            </a:r>
          </a:p>
          <a:p>
            <a:pPr lvl="4"/>
            <a:r>
              <a:rPr lang="fr-LU"/>
              <a:t>Fünfte Ebene</a:t>
            </a:r>
          </a:p>
          <a:p>
            <a:pPr lvl="5"/>
            <a:r>
              <a:rPr lang="fr-LU"/>
              <a:t>Sechste Ebene</a:t>
            </a:r>
          </a:p>
          <a:p>
            <a:pPr lvl="6"/>
            <a:r>
              <a:rPr lang="fr-LU"/>
              <a:t>Siebte Ebene</a:t>
            </a:r>
          </a:p>
          <a:p>
            <a:pPr lvl="7"/>
            <a:r>
              <a:rPr lang="fr-LU"/>
              <a:t>Achte Ebene</a:t>
            </a:r>
          </a:p>
          <a:p>
            <a:pPr lvl="8"/>
            <a:r>
              <a:rPr lang="fr-LU"/>
              <a:t>Neunte Ebene</a:t>
            </a:r>
            <a:endParaRPr lang="fr-LU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DCC5F8-6495-4A20-88C1-313C3A452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2062" y="6310319"/>
            <a:ext cx="1647826" cy="2770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tx2"/>
                </a:solidFill>
              </a:defRPr>
            </a:lvl1pPr>
          </a:lstStyle>
          <a:p>
            <a:fld id="{C4974C48-7267-4926-B91D-B94BA49113CC}" type="datetime1">
              <a:rPr lang="fr-LU" smtClean="0"/>
              <a:t>23/01/2026</a:t>
            </a:fld>
            <a:endParaRPr lang="fr-LU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E6075B-CAFF-419A-BCF9-5F70C0419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68969" y="6310319"/>
            <a:ext cx="7203551" cy="2770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Change footer:  Insert --&gt; Header &amp; Footer</a:t>
            </a:r>
            <a:endParaRPr lang="fr-LU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E8C307-FE31-46DA-88FA-DC55DD6A1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7204" y="6310320"/>
            <a:ext cx="438855" cy="2770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tx2"/>
                </a:solidFill>
              </a:defRPr>
            </a:lvl1pPr>
          </a:lstStyle>
          <a:p>
            <a:fld id="{6E44F469-B3D8-4BF2-8F2E-8B888C6EE007}" type="slidenum">
              <a:rPr lang="fr-LU" smtClean="0"/>
              <a:pPr/>
              <a:t>‹N°›</a:t>
            </a:fld>
            <a:endParaRPr lang="fr-LU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0CF3D1FD-CFB3-423B-9D4E-23411B94F148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515937" y="6322854"/>
            <a:ext cx="617644" cy="125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E3CB2D0-57D8-FEC9-FD79-B131BD0373E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6113" y="63500"/>
            <a:ext cx="777875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LU" sz="1100">
                <a:solidFill>
                  <a:srgbClr val="FF8C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366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8" r:id="rId2"/>
    <p:sldLayoutId id="2147483681" r:id="rId3"/>
    <p:sldLayoutId id="2147483679" r:id="rId4"/>
    <p:sldLayoutId id="2147483656" r:id="rId5"/>
    <p:sldLayoutId id="2147483682" r:id="rId6"/>
    <p:sldLayoutId id="2147483683" r:id="rId7"/>
    <p:sldLayoutId id="2147483655" r:id="rId8"/>
    <p:sldLayoutId id="2147483657" r:id="rId9"/>
    <p:sldLayoutId id="2147483685" r:id="rId10"/>
    <p:sldLayoutId id="2147483670" r:id="rId11"/>
    <p:sldLayoutId id="2147483684" r:id="rId12"/>
    <p:sldLayoutId id="2147483650" r:id="rId13"/>
    <p:sldLayoutId id="2147483654" r:id="rId14"/>
    <p:sldLayoutId id="2147483653" r:id="rId15"/>
    <p:sldLayoutId id="2147483709" r:id="rId16"/>
    <p:sldLayoutId id="2147483651" r:id="rId17"/>
    <p:sldLayoutId id="2147483652" r:id="rId18"/>
    <p:sldLayoutId id="2147483710" r:id="rId19"/>
    <p:sldLayoutId id="2147483711" r:id="rId20"/>
    <p:sldLayoutId id="2147483712" r:id="rId21"/>
    <p:sldLayoutId id="2147483699" r:id="rId22"/>
    <p:sldLayoutId id="2147483658" r:id="rId23"/>
    <p:sldLayoutId id="2147483661" r:id="rId24"/>
    <p:sldLayoutId id="2147483662" r:id="rId25"/>
    <p:sldLayoutId id="2147483659" r:id="rId26"/>
    <p:sldLayoutId id="2147483660" r:id="rId27"/>
    <p:sldLayoutId id="2147483700" r:id="rId28"/>
    <p:sldLayoutId id="2147483687" r:id="rId29"/>
    <p:sldLayoutId id="2147483666" r:id="rId30"/>
    <p:sldLayoutId id="2147483672" r:id="rId31"/>
    <p:sldLayoutId id="2147483688" r:id="rId32"/>
    <p:sldLayoutId id="2147483705" r:id="rId33"/>
    <p:sldLayoutId id="2147483706" r:id="rId34"/>
    <p:sldLayoutId id="2147483707" r:id="rId35"/>
    <p:sldLayoutId id="2147483708" r:id="rId36"/>
    <p:sldLayoutId id="2147483664" r:id="rId37"/>
    <p:sldLayoutId id="2147483675" r:id="rId38"/>
    <p:sldLayoutId id="2147483713" r:id="rId39"/>
    <p:sldLayoutId id="2147483714" r:id="rId40"/>
    <p:sldLayoutId id="2147483716" r:id="rId41"/>
    <p:sldLayoutId id="2147483717" r:id="rId42"/>
    <p:sldLayoutId id="2147483718" r:id="rId43"/>
    <p:sldLayoutId id="2147483715" r:id="rId44"/>
    <p:sldLayoutId id="2147483719" r:id="rId45"/>
    <p:sldLayoutId id="2147483720" r:id="rId46"/>
    <p:sldLayoutId id="2147483721" r:id="rId47"/>
    <p:sldLayoutId id="2147483692" r:id="rId48"/>
    <p:sldLayoutId id="2147483669" r:id="rId49"/>
    <p:sldLayoutId id="2147483695" r:id="rId50"/>
    <p:sldLayoutId id="2147483696" r:id="rId5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1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79388" indent="-179388" algn="l" defTabSz="914400" rtl="0" eaLnBrk="1" latinLnBrk="0" hangingPunct="1">
        <a:lnSpc>
          <a:spcPts val="21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357188" indent="-179388" algn="l" defTabSz="914400" rtl="0" eaLnBrk="1" latinLnBrk="0" hangingPunct="1">
        <a:lnSpc>
          <a:spcPts val="21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536575" indent="-180975" algn="l" defTabSz="914400" rtl="0" eaLnBrk="1" latinLnBrk="0" hangingPunct="1">
        <a:lnSpc>
          <a:spcPts val="21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Font typeface="Arial" panose="020B0604020202020204" pitchFamily="34" charset="0"/>
        <a:buNone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2"/>
          </a:solidFill>
          <a:latin typeface="+mn-lt"/>
          <a:ea typeface="+mn-ea"/>
          <a:cs typeface="+mn-cs"/>
        </a:defRPr>
      </a:lvl7pPr>
      <a:lvl8pPr marL="182563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lang="de-DE" sz="10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357188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lang="de-DE" sz="10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958" userDrawn="1">
          <p15:clr>
            <a:srgbClr val="F26B43"/>
          </p15:clr>
        </p15:guide>
        <p15:guide id="5" orient="horz" pos="38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orient="horz" userDrawn="1">
          <p15:clr>
            <a:srgbClr val="F26B43"/>
          </p15:clr>
        </p15:guide>
        <p15:guide id="9" orient="horz" pos="4320" userDrawn="1">
          <p15:clr>
            <a:srgbClr val="F26B43"/>
          </p15:clr>
        </p15:guide>
        <p15:guide id="10" pos="7680" userDrawn="1">
          <p15:clr>
            <a:srgbClr val="F26B43"/>
          </p15:clr>
        </p15:guide>
        <p15:guide id="11" pos="3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svg"/><Relationship Id="rId21" Type="http://schemas.openxmlformats.org/officeDocument/2006/relationships/image" Target="../media/image34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5" Type="http://schemas.openxmlformats.org/officeDocument/2006/relationships/image" Target="../media/image38.sv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sv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24" Type="http://schemas.openxmlformats.org/officeDocument/2006/relationships/image" Target="../media/image37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23" Type="http://schemas.openxmlformats.org/officeDocument/2006/relationships/image" Target="../media/image36.sv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43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svg"/><Relationship Id="rId7" Type="http://schemas.openxmlformats.org/officeDocument/2006/relationships/image" Target="../media/image45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11" Type="http://schemas.openxmlformats.org/officeDocument/2006/relationships/image" Target="../media/image24.svg"/><Relationship Id="rId5" Type="http://schemas.openxmlformats.org/officeDocument/2006/relationships/image" Target="../media/image22.svg"/><Relationship Id="rId10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6.svg"/><Relationship Id="rId7" Type="http://schemas.openxmlformats.org/officeDocument/2006/relationships/image" Target="../media/image40.svg"/><Relationship Id="rId12" Type="http://schemas.openxmlformats.org/officeDocument/2006/relationships/image" Target="../media/image49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11" Type="http://schemas.openxmlformats.org/officeDocument/2006/relationships/image" Target="../media/image48.png"/><Relationship Id="rId5" Type="http://schemas.openxmlformats.org/officeDocument/2006/relationships/image" Target="../media/image28.svg"/><Relationship Id="rId10" Type="http://schemas.openxmlformats.org/officeDocument/2006/relationships/image" Target="../media/image47.svg"/><Relationship Id="rId4" Type="http://schemas.openxmlformats.org/officeDocument/2006/relationships/image" Target="../media/image27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svg"/><Relationship Id="rId7" Type="http://schemas.openxmlformats.org/officeDocument/2006/relationships/image" Target="../media/image42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51.svg"/><Relationship Id="rId18" Type="http://schemas.openxmlformats.org/officeDocument/2006/relationships/image" Target="../media/image44.png"/><Relationship Id="rId26" Type="http://schemas.openxmlformats.org/officeDocument/2006/relationships/image" Target="../media/image62.png"/><Relationship Id="rId3" Type="http://schemas.openxmlformats.org/officeDocument/2006/relationships/image" Target="../media/image18.svg"/><Relationship Id="rId21" Type="http://schemas.openxmlformats.org/officeDocument/2006/relationships/image" Target="../media/image57.svg"/><Relationship Id="rId7" Type="http://schemas.openxmlformats.org/officeDocument/2006/relationships/image" Target="../media/image34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61.svg"/><Relationship Id="rId2" Type="http://schemas.openxmlformats.org/officeDocument/2006/relationships/image" Target="../media/image17.png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11" Type="http://schemas.openxmlformats.org/officeDocument/2006/relationships/image" Target="../media/image40.svg"/><Relationship Id="rId24" Type="http://schemas.openxmlformats.org/officeDocument/2006/relationships/image" Target="../media/image60.png"/><Relationship Id="rId5" Type="http://schemas.openxmlformats.org/officeDocument/2006/relationships/image" Target="../media/image32.svg"/><Relationship Id="rId15" Type="http://schemas.openxmlformats.org/officeDocument/2006/relationships/image" Target="../media/image53.svg"/><Relationship Id="rId23" Type="http://schemas.openxmlformats.org/officeDocument/2006/relationships/image" Target="../media/image59.svg"/><Relationship Id="rId10" Type="http://schemas.openxmlformats.org/officeDocument/2006/relationships/image" Target="../media/image39.png"/><Relationship Id="rId19" Type="http://schemas.openxmlformats.org/officeDocument/2006/relationships/image" Target="../media/image45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52.png"/><Relationship Id="rId22" Type="http://schemas.openxmlformats.org/officeDocument/2006/relationships/image" Target="../media/image58.png"/><Relationship Id="rId27" Type="http://schemas.openxmlformats.org/officeDocument/2006/relationships/image" Target="../media/image6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8.svg"/><Relationship Id="rId7" Type="http://schemas.openxmlformats.org/officeDocument/2006/relationships/image" Target="../media/image55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9" Type="http://schemas.openxmlformats.org/officeDocument/2006/relationships/image" Target="../media/image4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44.png"/><Relationship Id="rId3" Type="http://schemas.openxmlformats.org/officeDocument/2006/relationships/image" Target="../media/image46.png"/><Relationship Id="rId7" Type="http://schemas.openxmlformats.org/officeDocument/2006/relationships/image" Target="../media/image17.png"/><Relationship Id="rId12" Type="http://schemas.openxmlformats.org/officeDocument/2006/relationships/image" Target="../media/image55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234BD6F-31BE-4D0F-B5D8-DA29720D1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rgbClr val="000D6E"/>
                </a:solidFill>
                <a:latin typeface="+mj-lt"/>
              </a:rPr>
              <a:t>Construire des solutions utiles et durables</a:t>
            </a:r>
            <a:endParaRPr lang="fr-LU" sz="3600" dirty="0">
              <a:solidFill>
                <a:schemeClr val="bg2"/>
              </a:solidFill>
            </a:endParaRPr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255CD0DF-C52F-DFE6-C226-377980CC97FC}"/>
              </a:ext>
            </a:extLst>
          </p:cNvPr>
          <p:cNvSpPr txBox="1">
            <a:spLocks/>
          </p:cNvSpPr>
          <p:nvPr/>
        </p:nvSpPr>
        <p:spPr>
          <a:xfrm>
            <a:off x="766763" y="4309035"/>
            <a:ext cx="7999866" cy="2264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62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5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9388" indent="-179388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180975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ts val="14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fr-LU" sz="24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fr-LU" sz="24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fr-LU" sz="24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LU" sz="3200" dirty="0">
                <a:solidFill>
                  <a:srgbClr val="000D6E"/>
                </a:solidFill>
              </a:rPr>
              <a:t>Pierre </a:t>
            </a:r>
            <a:r>
              <a:rPr lang="fr-LU" sz="3200" dirty="0" err="1">
                <a:solidFill>
                  <a:srgbClr val="000D6E"/>
                </a:solidFill>
              </a:rPr>
              <a:t>Winne</a:t>
            </a:r>
            <a:endParaRPr lang="fr-LU" sz="3200" dirty="0">
              <a:solidFill>
                <a:srgbClr val="000D6E"/>
              </a:solidFill>
            </a:endParaRPr>
          </a:p>
          <a:p>
            <a:pPr>
              <a:lnSpc>
                <a:spcPct val="100000"/>
              </a:lnSpc>
            </a:pPr>
            <a:r>
              <a:rPr lang="fr-LU" sz="2400" b="0" i="1" dirty="0">
                <a:solidFill>
                  <a:srgbClr val="000D6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Head of Product Management</a:t>
            </a:r>
          </a:p>
          <a:p>
            <a:pPr>
              <a:lnSpc>
                <a:spcPct val="100000"/>
              </a:lnSpc>
            </a:pPr>
            <a:endParaRPr lang="fr-LU" sz="24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fr-LU" sz="24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fr-LU" sz="24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fr-LU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17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842FD-0647-0482-2873-3FFE47D9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87BA9F-39DC-9482-D1AA-32D6570C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2</a:t>
            </a:fld>
            <a:endParaRPr lang="fr-LU"/>
          </a:p>
        </p:txBody>
      </p: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991D7DD3-01C4-E95A-DBA4-3B58E5DFAC2F}"/>
              </a:ext>
            </a:extLst>
          </p:cNvPr>
          <p:cNvGrpSpPr/>
          <p:nvPr/>
        </p:nvGrpSpPr>
        <p:grpSpPr>
          <a:xfrm>
            <a:off x="4585683" y="335568"/>
            <a:ext cx="6156000" cy="6156000"/>
            <a:chOff x="4585683" y="167316"/>
            <a:chExt cx="6314258" cy="6316134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6A072FE2-E6A9-F593-ACCB-8D3F954615D7}"/>
                </a:ext>
              </a:extLst>
            </p:cNvPr>
            <p:cNvGrpSpPr/>
            <p:nvPr/>
          </p:nvGrpSpPr>
          <p:grpSpPr>
            <a:xfrm>
              <a:off x="4585683" y="167316"/>
              <a:ext cx="6314258" cy="6316134"/>
              <a:chOff x="1218364" y="552672"/>
              <a:chExt cx="4031503" cy="3781345"/>
            </a:xfrm>
          </p:grpSpPr>
          <p:sp>
            <p:nvSpPr>
              <p:cNvPr id="10" name="Arc partiel 9">
                <a:extLst>
                  <a:ext uri="{FF2B5EF4-FFF2-40B4-BE49-F238E27FC236}">
                    <a16:creationId xmlns:a16="http://schemas.microsoft.com/office/drawing/2014/main" id="{77BD190F-11DF-7E35-C92D-3E114BBE8B62}"/>
                  </a:ext>
                </a:extLst>
              </p:cNvPr>
              <p:cNvSpPr/>
              <p:nvPr/>
            </p:nvSpPr>
            <p:spPr>
              <a:xfrm rot="16200000">
                <a:off x="1351370" y="427315"/>
                <a:ext cx="3771686" cy="4022401"/>
              </a:xfrm>
              <a:prstGeom prst="pie">
                <a:avLst>
                  <a:gd name="adj1" fmla="val 21591357"/>
                  <a:gd name="adj2" fmla="val 5372399"/>
                </a:avLst>
              </a:prstGeom>
              <a:solidFill>
                <a:srgbClr val="B8B2FF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11" name="Arc partiel 10">
                <a:extLst>
                  <a:ext uri="{FF2B5EF4-FFF2-40B4-BE49-F238E27FC236}">
                    <a16:creationId xmlns:a16="http://schemas.microsoft.com/office/drawing/2014/main" id="{09FF6C0A-0538-F014-0069-217548A1CDA7}"/>
                  </a:ext>
                </a:extLst>
              </p:cNvPr>
              <p:cNvSpPr/>
              <p:nvPr/>
            </p:nvSpPr>
            <p:spPr>
              <a:xfrm rot="10800000">
                <a:off x="1220090" y="552672"/>
                <a:ext cx="4022401" cy="3771687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12" name="Arc partiel 11">
                <a:extLst>
                  <a:ext uri="{FF2B5EF4-FFF2-40B4-BE49-F238E27FC236}">
                    <a16:creationId xmlns:a16="http://schemas.microsoft.com/office/drawing/2014/main" id="{092FCC0E-A195-660C-B481-226D0955F719}"/>
                  </a:ext>
                </a:extLst>
              </p:cNvPr>
              <p:cNvSpPr/>
              <p:nvPr/>
            </p:nvSpPr>
            <p:spPr>
              <a:xfrm rot="5400000">
                <a:off x="1343722" y="436973"/>
                <a:ext cx="3771686" cy="4022401"/>
              </a:xfrm>
              <a:prstGeom prst="pie">
                <a:avLst>
                  <a:gd name="adj1" fmla="val 0"/>
                  <a:gd name="adj2" fmla="val 5395547"/>
                </a:avLst>
              </a:prstGeom>
              <a:solidFill>
                <a:srgbClr val="E1D9FF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13" name="Arc partiel 12">
                <a:extLst>
                  <a:ext uri="{FF2B5EF4-FFF2-40B4-BE49-F238E27FC236}">
                    <a16:creationId xmlns:a16="http://schemas.microsoft.com/office/drawing/2014/main" id="{70A553AA-AD43-854B-5B2A-C8E88413774C}"/>
                  </a:ext>
                </a:extLst>
              </p:cNvPr>
              <p:cNvSpPr/>
              <p:nvPr/>
            </p:nvSpPr>
            <p:spPr>
              <a:xfrm>
                <a:off x="1227467" y="561881"/>
                <a:ext cx="4022400" cy="3771686"/>
              </a:xfrm>
              <a:prstGeom prst="pie">
                <a:avLst>
                  <a:gd name="adj1" fmla="val 21576826"/>
                  <a:gd name="adj2" fmla="val 5402777"/>
                </a:avLst>
              </a:prstGeom>
              <a:solidFill>
                <a:srgbClr val="6C2273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8F4A77D2-AB31-B324-AEAC-CFD41D851B90}"/>
                </a:ext>
              </a:extLst>
            </p:cNvPr>
            <p:cNvGrpSpPr/>
            <p:nvPr/>
          </p:nvGrpSpPr>
          <p:grpSpPr>
            <a:xfrm>
              <a:off x="5737448" y="1314130"/>
              <a:ext cx="4017810" cy="4017316"/>
              <a:chOff x="776209" y="12789"/>
              <a:chExt cx="3995475" cy="3745979"/>
            </a:xfrm>
          </p:grpSpPr>
          <p:sp>
            <p:nvSpPr>
              <p:cNvPr id="4" name="Arc partiel 3">
                <a:extLst>
                  <a:ext uri="{FF2B5EF4-FFF2-40B4-BE49-F238E27FC236}">
                    <a16:creationId xmlns:a16="http://schemas.microsoft.com/office/drawing/2014/main" id="{4BA67A7D-684B-E9CD-5E4B-B630F37142A8}"/>
                  </a:ext>
                </a:extLst>
              </p:cNvPr>
              <p:cNvSpPr/>
              <p:nvPr/>
            </p:nvSpPr>
            <p:spPr>
              <a:xfrm rot="16200000">
                <a:off x="915328" y="-111053"/>
                <a:ext cx="3726104" cy="3973787"/>
              </a:xfrm>
              <a:prstGeom prst="pie">
                <a:avLst>
                  <a:gd name="adj1" fmla="val 21591357"/>
                  <a:gd name="adj2" fmla="val 5372399"/>
                </a:avLst>
              </a:prstGeom>
              <a:solidFill>
                <a:srgbClr val="B8B2FF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5" name="Arc partiel 4">
                <a:extLst>
                  <a:ext uri="{FF2B5EF4-FFF2-40B4-BE49-F238E27FC236}">
                    <a16:creationId xmlns:a16="http://schemas.microsoft.com/office/drawing/2014/main" id="{BC9FB20D-9319-2109-16C4-111A0583F34E}"/>
                  </a:ext>
                </a:extLst>
              </p:cNvPr>
              <p:cNvSpPr/>
              <p:nvPr/>
            </p:nvSpPr>
            <p:spPr>
              <a:xfrm rot="10800000">
                <a:off x="779406" y="13979"/>
                <a:ext cx="3973787" cy="3726104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7" name="Arc partiel 6">
                <a:extLst>
                  <a:ext uri="{FF2B5EF4-FFF2-40B4-BE49-F238E27FC236}">
                    <a16:creationId xmlns:a16="http://schemas.microsoft.com/office/drawing/2014/main" id="{84ACB6D3-2ED9-1DAE-2B3A-9016EA029691}"/>
                  </a:ext>
                </a:extLst>
              </p:cNvPr>
              <p:cNvSpPr/>
              <p:nvPr/>
            </p:nvSpPr>
            <p:spPr>
              <a:xfrm rot="5400000">
                <a:off x="900051" y="-91178"/>
                <a:ext cx="3726104" cy="3973787"/>
              </a:xfrm>
              <a:prstGeom prst="pie">
                <a:avLst>
                  <a:gd name="adj1" fmla="val 0"/>
                  <a:gd name="adj2" fmla="val 5395547"/>
                </a:avLst>
              </a:prstGeom>
              <a:solidFill>
                <a:srgbClr val="E1D9FF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8" name="Arc partiel 7">
                <a:extLst>
                  <a:ext uri="{FF2B5EF4-FFF2-40B4-BE49-F238E27FC236}">
                    <a16:creationId xmlns:a16="http://schemas.microsoft.com/office/drawing/2014/main" id="{99CEEF38-9024-5185-C514-89325066A8DE}"/>
                  </a:ext>
                </a:extLst>
              </p:cNvPr>
              <p:cNvSpPr/>
              <p:nvPr/>
            </p:nvSpPr>
            <p:spPr>
              <a:xfrm>
                <a:off x="797897" y="32663"/>
                <a:ext cx="3973787" cy="3726103"/>
              </a:xfrm>
              <a:prstGeom prst="pie">
                <a:avLst>
                  <a:gd name="adj1" fmla="val 21576826"/>
                  <a:gd name="adj2" fmla="val 5402777"/>
                </a:avLst>
              </a:prstGeom>
              <a:solidFill>
                <a:srgbClr val="6C2273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27" name="Google Shape;1051;p36">
              <a:extLst>
                <a:ext uri="{FF2B5EF4-FFF2-40B4-BE49-F238E27FC236}">
                  <a16:creationId xmlns:a16="http://schemas.microsoft.com/office/drawing/2014/main" id="{BE8B9483-0808-A958-2049-33DDB6E35813}"/>
                </a:ext>
              </a:extLst>
            </p:cNvPr>
            <p:cNvSpPr/>
            <p:nvPr/>
          </p:nvSpPr>
          <p:spPr>
            <a:xfrm>
              <a:off x="6728759" y="2311477"/>
              <a:ext cx="2016000" cy="2016000"/>
            </a:xfrm>
            <a:custGeom>
              <a:avLst/>
              <a:gdLst/>
              <a:ahLst/>
              <a:cxnLst/>
              <a:rect l="l" t="t" r="r" b="b"/>
              <a:pathLst>
                <a:path w="53234" h="53234" extrusionOk="0">
                  <a:moveTo>
                    <a:pt x="26611" y="1"/>
                  </a:moveTo>
                  <a:cubicBezTo>
                    <a:pt x="11919" y="1"/>
                    <a:pt x="1" y="11919"/>
                    <a:pt x="1" y="26623"/>
                  </a:cubicBezTo>
                  <a:cubicBezTo>
                    <a:pt x="1" y="40756"/>
                    <a:pt x="11002" y="52317"/>
                    <a:pt x="24920" y="53186"/>
                  </a:cubicBezTo>
                  <a:cubicBezTo>
                    <a:pt x="25480" y="53222"/>
                    <a:pt x="26051" y="53234"/>
                    <a:pt x="26611" y="53234"/>
                  </a:cubicBezTo>
                  <a:cubicBezTo>
                    <a:pt x="41315" y="53234"/>
                    <a:pt x="53233" y="41315"/>
                    <a:pt x="53233" y="26623"/>
                  </a:cubicBezTo>
                  <a:cubicBezTo>
                    <a:pt x="53233" y="17098"/>
                    <a:pt x="48245" y="8740"/>
                    <a:pt x="40732" y="4037"/>
                  </a:cubicBezTo>
                  <a:cubicBezTo>
                    <a:pt x="36636" y="1477"/>
                    <a:pt x="31802" y="1"/>
                    <a:pt x="26611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endParaRPr lang="en" sz="1600" kern="0" dirty="0">
                <a:solidFill>
                  <a:srgbClr val="000D6E"/>
                </a:solidFill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7DA3BF87-FB7D-1663-D47F-9378C0C6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60393" y="2593908"/>
              <a:ext cx="793728" cy="763108"/>
            </a:xfrm>
            <a:prstGeom prst="rect">
              <a:avLst/>
            </a:prstGeom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AA910F8F-B69A-FB4C-9F1F-0789526CF65C}"/>
                </a:ext>
              </a:extLst>
            </p:cNvPr>
            <p:cNvSpPr txBox="1"/>
            <p:nvPr/>
          </p:nvSpPr>
          <p:spPr>
            <a:xfrm>
              <a:off x="7117839" y="3378334"/>
              <a:ext cx="1355694" cy="728039"/>
            </a:xfrm>
            <a:prstGeom prst="rect">
              <a:avLst/>
            </a:prstGeom>
            <a:noFill/>
          </p:spPr>
          <p:txBody>
            <a:bodyPr wrap="square" tIns="90000" bIns="90000" rtlCol="0">
              <a:spAutoFit/>
            </a:bodyPr>
            <a:lstStyle/>
            <a:p>
              <a:pPr algn="ctr"/>
              <a:r>
                <a:rPr lang="fr-FR" sz="1600" dirty="0">
                  <a:solidFill>
                    <a:srgbClr val="000D6E"/>
                  </a:solidFill>
                </a:rPr>
                <a:t>Clients Particuliers</a:t>
              </a:r>
              <a:endParaRPr lang="fr-LU" sz="1600" dirty="0">
                <a:solidFill>
                  <a:srgbClr val="000D6E"/>
                </a:solidFill>
              </a:endParaRP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D76AB3DB-EE86-0A15-00EA-902A3B97C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56555" y="979774"/>
              <a:ext cx="745882" cy="745882"/>
            </a:xfrm>
            <a:prstGeom prst="rect">
              <a:avLst/>
            </a:prstGeom>
          </p:spPr>
        </p:pic>
        <p:pic>
          <p:nvPicPr>
            <p:cNvPr id="47" name="Graphique 46">
              <a:extLst>
                <a:ext uri="{FF2B5EF4-FFF2-40B4-BE49-F238E27FC236}">
                  <a16:creationId xmlns:a16="http://schemas.microsoft.com/office/drawing/2014/main" id="{988EEE9A-BBEB-A895-FAA7-07CE3244C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73727" y="437674"/>
              <a:ext cx="808352" cy="808352"/>
            </a:xfrm>
            <a:prstGeom prst="rect">
              <a:avLst/>
            </a:prstGeom>
          </p:spPr>
        </p:pic>
        <p:pic>
          <p:nvPicPr>
            <p:cNvPr id="49" name="Graphique 48">
              <a:extLst>
                <a:ext uri="{FF2B5EF4-FFF2-40B4-BE49-F238E27FC236}">
                  <a16:creationId xmlns:a16="http://schemas.microsoft.com/office/drawing/2014/main" id="{539200E3-3DD8-AE84-DA65-3FB7B59DD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02330" y="1655778"/>
              <a:ext cx="803697" cy="803697"/>
            </a:xfrm>
            <a:prstGeom prst="rect">
              <a:avLst/>
            </a:prstGeom>
          </p:spPr>
        </p:pic>
        <p:pic>
          <p:nvPicPr>
            <p:cNvPr id="51" name="Graphique 50">
              <a:extLst>
                <a:ext uri="{FF2B5EF4-FFF2-40B4-BE49-F238E27FC236}">
                  <a16:creationId xmlns:a16="http://schemas.microsoft.com/office/drawing/2014/main" id="{52FF63B6-4FFC-1CF4-C06C-62896626A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63029" y="2618367"/>
              <a:ext cx="415648" cy="415648"/>
            </a:xfrm>
            <a:prstGeom prst="rect">
              <a:avLst/>
            </a:prstGeom>
          </p:spPr>
        </p:pic>
        <p:pic>
          <p:nvPicPr>
            <p:cNvPr id="55" name="Graphique 54">
              <a:extLst>
                <a:ext uri="{FF2B5EF4-FFF2-40B4-BE49-F238E27FC236}">
                  <a16:creationId xmlns:a16="http://schemas.microsoft.com/office/drawing/2014/main" id="{3F8900AF-18F6-AD82-4F43-25C4A98A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67" y="2180100"/>
              <a:ext cx="870250" cy="870250"/>
            </a:xfrm>
            <a:prstGeom prst="rect">
              <a:avLst/>
            </a:prstGeom>
          </p:spPr>
        </p:pic>
        <p:pic>
          <p:nvPicPr>
            <p:cNvPr id="57" name="Graphique 56">
              <a:extLst>
                <a:ext uri="{FF2B5EF4-FFF2-40B4-BE49-F238E27FC236}">
                  <a16:creationId xmlns:a16="http://schemas.microsoft.com/office/drawing/2014/main" id="{278C4792-759C-3250-DA03-02C19A60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52671" y="1191341"/>
              <a:ext cx="652068" cy="652068"/>
            </a:xfrm>
            <a:prstGeom prst="rect">
              <a:avLst/>
            </a:prstGeom>
          </p:spPr>
        </p:pic>
        <p:pic>
          <p:nvPicPr>
            <p:cNvPr id="61" name="Graphique 60">
              <a:extLst>
                <a:ext uri="{FF2B5EF4-FFF2-40B4-BE49-F238E27FC236}">
                  <a16:creationId xmlns:a16="http://schemas.microsoft.com/office/drawing/2014/main" id="{F7BB7618-0B1E-F36C-C8AE-52D170ECE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933724" y="3821085"/>
              <a:ext cx="657873" cy="657873"/>
            </a:xfrm>
            <a:prstGeom prst="rect">
              <a:avLst/>
            </a:prstGeom>
          </p:spPr>
        </p:pic>
        <p:pic>
          <p:nvPicPr>
            <p:cNvPr id="65" name="Graphique 64">
              <a:extLst>
                <a:ext uri="{FF2B5EF4-FFF2-40B4-BE49-F238E27FC236}">
                  <a16:creationId xmlns:a16="http://schemas.microsoft.com/office/drawing/2014/main" id="{392514DA-F08A-6EF9-8C6F-A7BCAAE15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375625" y="5326264"/>
              <a:ext cx="596204" cy="596204"/>
            </a:xfrm>
            <a:prstGeom prst="rect">
              <a:avLst/>
            </a:prstGeom>
          </p:spPr>
        </p:pic>
        <p:pic>
          <p:nvPicPr>
            <p:cNvPr id="67" name="Graphique 66">
              <a:extLst>
                <a:ext uri="{FF2B5EF4-FFF2-40B4-BE49-F238E27FC236}">
                  <a16:creationId xmlns:a16="http://schemas.microsoft.com/office/drawing/2014/main" id="{2879D2F2-A16A-0FDF-7D2E-77E9C8E11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472077" y="4666061"/>
              <a:ext cx="528239" cy="528239"/>
            </a:xfrm>
            <a:prstGeom prst="rect">
              <a:avLst/>
            </a:prstGeom>
          </p:spPr>
        </p:pic>
        <p:pic>
          <p:nvPicPr>
            <p:cNvPr id="71" name="Graphique 70">
              <a:extLst>
                <a:ext uri="{FF2B5EF4-FFF2-40B4-BE49-F238E27FC236}">
                  <a16:creationId xmlns:a16="http://schemas.microsoft.com/office/drawing/2014/main" id="{B5840D1D-C706-6C6D-1612-819D39F94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62196" y="4671388"/>
              <a:ext cx="647012" cy="647012"/>
            </a:xfrm>
            <a:prstGeom prst="rect">
              <a:avLst/>
            </a:prstGeom>
          </p:spPr>
        </p:pic>
        <p:pic>
          <p:nvPicPr>
            <p:cNvPr id="73" name="Graphique 72">
              <a:extLst>
                <a:ext uri="{FF2B5EF4-FFF2-40B4-BE49-F238E27FC236}">
                  <a16:creationId xmlns:a16="http://schemas.microsoft.com/office/drawing/2014/main" id="{420B6133-7F99-A4F9-F264-6D2791555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784083" y="3821085"/>
              <a:ext cx="651570" cy="651570"/>
            </a:xfrm>
            <a:prstGeom prst="rect">
              <a:avLst/>
            </a:prstGeom>
          </p:spPr>
        </p:pic>
        <p:pic>
          <p:nvPicPr>
            <p:cNvPr id="75" name="Graphique 74">
              <a:extLst>
                <a:ext uri="{FF2B5EF4-FFF2-40B4-BE49-F238E27FC236}">
                  <a16:creationId xmlns:a16="http://schemas.microsoft.com/office/drawing/2014/main" id="{4E43191C-8600-C030-AE8F-E45DB6628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175894" y="596386"/>
              <a:ext cx="639287" cy="639287"/>
            </a:xfrm>
            <a:prstGeom prst="rect">
              <a:avLst/>
            </a:prstGeom>
          </p:spPr>
        </p:pic>
        <p:pic>
          <p:nvPicPr>
            <p:cNvPr id="77" name="Graphique 76">
              <a:extLst>
                <a:ext uri="{FF2B5EF4-FFF2-40B4-BE49-F238E27FC236}">
                  <a16:creationId xmlns:a16="http://schemas.microsoft.com/office/drawing/2014/main" id="{7E7E721D-1783-65BB-70B6-61BD7A428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307474" y="5347577"/>
              <a:ext cx="683989" cy="683989"/>
            </a:xfrm>
            <a:prstGeom prst="rect">
              <a:avLst/>
            </a:prstGeom>
          </p:spPr>
        </p:pic>
      </p:grpSp>
      <p:sp>
        <p:nvSpPr>
          <p:cNvPr id="78" name="Titre 2">
            <a:extLst>
              <a:ext uri="{FF2B5EF4-FFF2-40B4-BE49-F238E27FC236}">
                <a16:creationId xmlns:a16="http://schemas.microsoft.com/office/drawing/2014/main" id="{39DEF2D4-37B4-3600-53F9-8D64B214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18" y="354672"/>
            <a:ext cx="5435600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LU" sz="3100" dirty="0"/>
              <a:t>Partir de la vision client</a:t>
            </a:r>
            <a:br>
              <a:rPr lang="fr-LU" sz="3100" dirty="0"/>
            </a:br>
            <a:r>
              <a:rPr lang="fr-LU" sz="1800" dirty="0">
                <a:solidFill>
                  <a:srgbClr val="000D6E"/>
                </a:solidFill>
                <a:latin typeface="+mn-lt"/>
                <a:ea typeface="+mn-ea"/>
                <a:cs typeface="+mn-cs"/>
              </a:rPr>
              <a:t>Marché des Particuliers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1E6DB08-AFAE-CE60-A06F-BE08D3125E48}"/>
              </a:ext>
            </a:extLst>
          </p:cNvPr>
          <p:cNvSpPr txBox="1"/>
          <p:nvPr/>
        </p:nvSpPr>
        <p:spPr>
          <a:xfrm rot="2511951">
            <a:off x="6051071" y="1940779"/>
            <a:ext cx="3006937" cy="2751282"/>
          </a:xfrm>
          <a:prstGeom prst="rect">
            <a:avLst/>
          </a:prstGeom>
          <a:noFill/>
        </p:spPr>
        <p:txBody>
          <a:bodyPr wrap="square" tIns="90000" bIns="90000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fr-FR" sz="1600" b="1" dirty="0">
                <a:solidFill>
                  <a:srgbClr val="002060"/>
                </a:solidFill>
              </a:rPr>
              <a:t>Protection des </a:t>
            </a:r>
          </a:p>
          <a:p>
            <a:pPr algn="ctr"/>
            <a:r>
              <a:rPr lang="fr-FR" sz="1600" b="1" dirty="0">
                <a:solidFill>
                  <a:srgbClr val="002060"/>
                </a:solidFill>
              </a:rPr>
              <a:t>projets</a:t>
            </a:r>
            <a:endParaRPr lang="fr-LU" sz="1600" b="1" dirty="0">
              <a:solidFill>
                <a:srgbClr val="002060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4000244-D4B8-3EC7-687F-8E268A5A7968}"/>
              </a:ext>
            </a:extLst>
          </p:cNvPr>
          <p:cNvSpPr txBox="1"/>
          <p:nvPr/>
        </p:nvSpPr>
        <p:spPr>
          <a:xfrm rot="18921632">
            <a:off x="6297540" y="2186237"/>
            <a:ext cx="3043713" cy="2751282"/>
          </a:xfrm>
          <a:prstGeom prst="rect">
            <a:avLst/>
          </a:prstGeom>
          <a:noFill/>
        </p:spPr>
        <p:txBody>
          <a:bodyPr wrap="square" tIns="90000" bIns="90000" rtlCol="0">
            <a:prstTxWarp prst="textArchUp">
              <a:avLst>
                <a:gd name="adj" fmla="val 10805294"/>
              </a:avLst>
            </a:prstTxWarp>
            <a:spAutoFit/>
          </a:bodyPr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Protection des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biens</a:t>
            </a:r>
            <a:endParaRPr lang="fr-LU" sz="1600" b="1" dirty="0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691FD22-E7C9-8FF3-58EE-8A59B148B9AE}"/>
              </a:ext>
            </a:extLst>
          </p:cNvPr>
          <p:cNvSpPr txBox="1"/>
          <p:nvPr/>
        </p:nvSpPr>
        <p:spPr>
          <a:xfrm rot="6159575">
            <a:off x="6211518" y="2341301"/>
            <a:ext cx="3012793" cy="2779519"/>
          </a:xfrm>
          <a:prstGeom prst="rect">
            <a:avLst/>
          </a:prstGeom>
          <a:noFill/>
        </p:spPr>
        <p:txBody>
          <a:bodyPr wrap="square" tIns="90000" bIns="90000" rtlCol="0">
            <a:prstTxWarp prst="textArchUp">
              <a:avLst>
                <a:gd name="adj" fmla="val 10807126"/>
              </a:avLst>
            </a:prstTxWarp>
            <a:spAutoFit/>
          </a:bodyPr>
          <a:lstStyle/>
          <a:p>
            <a:pPr algn="l"/>
            <a:r>
              <a:rPr lang="fr-FR" sz="1600" b="1" dirty="0">
                <a:solidFill>
                  <a:srgbClr val="002060"/>
                </a:solidFill>
              </a:rPr>
              <a:t>Protection des</a:t>
            </a:r>
          </a:p>
          <a:p>
            <a:pPr algn="l"/>
            <a:r>
              <a:rPr lang="fr-FR" sz="1600" b="1" dirty="0">
                <a:solidFill>
                  <a:srgbClr val="002060"/>
                </a:solidFill>
              </a:rPr>
              <a:t> personnes</a:t>
            </a:r>
            <a:endParaRPr lang="fr-LU" sz="1600" b="1" dirty="0">
              <a:solidFill>
                <a:srgbClr val="002060"/>
              </a:solidFill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D78DB16-C629-0525-78DB-C4E1F3F047DE}"/>
              </a:ext>
            </a:extLst>
          </p:cNvPr>
          <p:cNvSpPr txBox="1"/>
          <p:nvPr/>
        </p:nvSpPr>
        <p:spPr>
          <a:xfrm rot="18836808">
            <a:off x="6149001" y="1982187"/>
            <a:ext cx="2880000" cy="2880000"/>
          </a:xfrm>
          <a:prstGeom prst="rect">
            <a:avLst/>
          </a:prstGeom>
          <a:noFill/>
        </p:spPr>
        <p:txBody>
          <a:bodyPr wrap="square" tIns="90000" bIns="90000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Protection du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futur</a:t>
            </a:r>
            <a:endParaRPr lang="fr-L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57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01D4-219F-4CB0-33DF-76B375B1E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A9EB9B-A671-0F73-2DD1-80156852A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3</a:t>
            </a:fld>
            <a:endParaRPr lang="fr-LU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6E1D7369-D4EB-44FE-4EAB-5DFA78B918C5}"/>
              </a:ext>
            </a:extLst>
          </p:cNvPr>
          <p:cNvGrpSpPr/>
          <p:nvPr/>
        </p:nvGrpSpPr>
        <p:grpSpPr>
          <a:xfrm>
            <a:off x="9758265" y="4418840"/>
            <a:ext cx="4680000" cy="4680000"/>
            <a:chOff x="4271481" y="1468836"/>
            <a:chExt cx="4680000" cy="4680000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B39ADE7E-4F80-F571-AE43-5CB2C18C3011}"/>
                </a:ext>
              </a:extLst>
            </p:cNvPr>
            <p:cNvGrpSpPr/>
            <p:nvPr/>
          </p:nvGrpSpPr>
          <p:grpSpPr>
            <a:xfrm>
              <a:off x="4271481" y="1468836"/>
              <a:ext cx="4680000" cy="4680000"/>
              <a:chOff x="4004618" y="1470218"/>
              <a:chExt cx="4166706" cy="4333903"/>
            </a:xfrm>
          </p:grpSpPr>
          <p:sp>
            <p:nvSpPr>
              <p:cNvPr id="11" name="Arc partiel 10">
                <a:extLst>
                  <a:ext uri="{FF2B5EF4-FFF2-40B4-BE49-F238E27FC236}">
                    <a16:creationId xmlns:a16="http://schemas.microsoft.com/office/drawing/2014/main" id="{89B649EA-EE71-61A1-C0CF-5BBCCB4F5FAE}"/>
                  </a:ext>
                </a:extLst>
              </p:cNvPr>
              <p:cNvSpPr/>
              <p:nvPr/>
            </p:nvSpPr>
            <p:spPr>
              <a:xfrm rot="10800000">
                <a:off x="4004618" y="1470218"/>
                <a:ext cx="4166706" cy="4333903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5" name="Arc partiel 4">
                <a:extLst>
                  <a:ext uri="{FF2B5EF4-FFF2-40B4-BE49-F238E27FC236}">
                    <a16:creationId xmlns:a16="http://schemas.microsoft.com/office/drawing/2014/main" id="{613712A2-CCB7-59C2-6CCB-971AB243E7BB}"/>
                  </a:ext>
                </a:extLst>
              </p:cNvPr>
              <p:cNvSpPr/>
              <p:nvPr/>
            </p:nvSpPr>
            <p:spPr>
              <a:xfrm rot="10800000">
                <a:off x="4726104" y="2229135"/>
                <a:ext cx="2724385" cy="2833706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/>
              </a:solidFill>
              <a:ln w="22225"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4785E62B-A5B8-DD01-EC3B-C040E4ADDBE8}"/>
                </a:ext>
              </a:extLst>
            </p:cNvPr>
            <p:cNvSpPr txBox="1"/>
            <p:nvPr/>
          </p:nvSpPr>
          <p:spPr>
            <a:xfrm rot="18921632">
              <a:off x="5436392" y="2797403"/>
              <a:ext cx="3043713" cy="2751282"/>
            </a:xfrm>
            <a:prstGeom prst="rect">
              <a:avLst/>
            </a:prstGeom>
            <a:noFill/>
          </p:spPr>
          <p:txBody>
            <a:bodyPr wrap="square" tIns="90000" bIns="90000" rtlCol="0">
              <a:prstTxWarp prst="textArchUp">
                <a:avLst>
                  <a:gd name="adj" fmla="val 10774838"/>
                </a:avLst>
              </a:prstTxWarp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Protection des </a:t>
              </a:r>
            </a:p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biens</a:t>
              </a:r>
              <a:endParaRPr lang="fr-LU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3BB5B444-8D05-69DC-15C6-6174071D6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1479" y="2012916"/>
              <a:ext cx="531837" cy="531837"/>
            </a:xfrm>
            <a:prstGeom prst="rect">
              <a:avLst/>
            </a:prstGeom>
          </p:spPr>
        </p:pic>
        <p:pic>
          <p:nvPicPr>
            <p:cNvPr id="47" name="Graphique 46">
              <a:extLst>
                <a:ext uri="{FF2B5EF4-FFF2-40B4-BE49-F238E27FC236}">
                  <a16:creationId xmlns:a16="http://schemas.microsoft.com/office/drawing/2014/main" id="{8FF3F205-D2DA-AF27-29A2-3E912B5E7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09031" y="1624716"/>
              <a:ext cx="576380" cy="576380"/>
            </a:xfrm>
            <a:prstGeom prst="rect">
              <a:avLst/>
            </a:prstGeom>
          </p:spPr>
        </p:pic>
        <p:pic>
          <p:nvPicPr>
            <p:cNvPr id="49" name="Graphique 48">
              <a:extLst>
                <a:ext uri="{FF2B5EF4-FFF2-40B4-BE49-F238E27FC236}">
                  <a16:creationId xmlns:a16="http://schemas.microsoft.com/office/drawing/2014/main" id="{8A4CAE37-4196-3EFB-2E50-DB80843A8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19806" y="2548088"/>
              <a:ext cx="573061" cy="573061"/>
            </a:xfrm>
            <a:prstGeom prst="rect">
              <a:avLst/>
            </a:prstGeom>
          </p:spPr>
        </p:pic>
        <p:pic>
          <p:nvPicPr>
            <p:cNvPr id="51" name="Graphique 50">
              <a:extLst>
                <a:ext uri="{FF2B5EF4-FFF2-40B4-BE49-F238E27FC236}">
                  <a16:creationId xmlns:a16="http://schemas.microsoft.com/office/drawing/2014/main" id="{084C5F99-8DF8-D08B-65CD-302FF3BD6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1589" y="3216416"/>
              <a:ext cx="433918" cy="433918"/>
            </a:xfrm>
            <a:prstGeom prst="rect">
              <a:avLst/>
            </a:prstGeom>
          </p:spPr>
        </p:pic>
      </p:grpSp>
      <p:sp>
        <p:nvSpPr>
          <p:cNvPr id="17" name="Titre 2">
            <a:extLst>
              <a:ext uri="{FF2B5EF4-FFF2-40B4-BE49-F238E27FC236}">
                <a16:creationId xmlns:a16="http://schemas.microsoft.com/office/drawing/2014/main" id="{5F1391B8-039B-A432-60FF-90542A0F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18" y="232410"/>
            <a:ext cx="5435600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LU" sz="3100" dirty="0"/>
              <a:t>La mobilité en 2025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A0A6D87-F563-6CAA-D12B-77E0BDECEDAB}"/>
              </a:ext>
            </a:extLst>
          </p:cNvPr>
          <p:cNvSpPr txBox="1"/>
          <p:nvPr/>
        </p:nvSpPr>
        <p:spPr>
          <a:xfrm>
            <a:off x="304800" y="613410"/>
            <a:ext cx="359664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fr-FR" sz="1600" dirty="0">
                <a:solidFill>
                  <a:srgbClr val="000D6E"/>
                </a:solidFill>
              </a:rPr>
              <a:t>Se déplacer en toute sérénité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142" name="Google Shape;326;p20">
            <a:extLst>
              <a:ext uri="{FF2B5EF4-FFF2-40B4-BE49-F238E27FC236}">
                <a16:creationId xmlns:a16="http://schemas.microsoft.com/office/drawing/2014/main" id="{6886DA82-163D-E81F-1F94-DA3DBB194515}"/>
              </a:ext>
            </a:extLst>
          </p:cNvPr>
          <p:cNvSpPr txBox="1"/>
          <p:nvPr/>
        </p:nvSpPr>
        <p:spPr>
          <a:xfrm>
            <a:off x="7971120" y="2641284"/>
            <a:ext cx="24220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000" i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Assesment</a:t>
            </a:r>
            <a:endParaRPr sz="2000" i="1" dirty="0">
              <a:solidFill>
                <a:schemeClr val="dk1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3" name="Google Shape;327;p20">
            <a:extLst>
              <a:ext uri="{FF2B5EF4-FFF2-40B4-BE49-F238E27FC236}">
                <a16:creationId xmlns:a16="http://schemas.microsoft.com/office/drawing/2014/main" id="{3F00D54C-2BF2-FE13-C147-ECEA38244CB5}"/>
              </a:ext>
            </a:extLst>
          </p:cNvPr>
          <p:cNvSpPr txBox="1"/>
          <p:nvPr/>
        </p:nvSpPr>
        <p:spPr>
          <a:xfrm>
            <a:off x="8056684" y="3144851"/>
            <a:ext cx="3631098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Une compétitivité retrouvée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Un packaging qui fonctionne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Un </a:t>
            </a:r>
            <a:r>
              <a:rPr lang="fr-FR" sz="1600" dirty="0" err="1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milestone</a:t>
            </a: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 important pour D3</a:t>
            </a:r>
          </a:p>
        </p:txBody>
      </p:sp>
      <p:sp>
        <p:nvSpPr>
          <p:cNvPr id="146" name="Google Shape;332;p20">
            <a:extLst>
              <a:ext uri="{FF2B5EF4-FFF2-40B4-BE49-F238E27FC236}">
                <a16:creationId xmlns:a16="http://schemas.microsoft.com/office/drawing/2014/main" id="{1EBA0F5B-0CBD-38E1-99D6-B70259F63629}"/>
              </a:ext>
            </a:extLst>
          </p:cNvPr>
          <p:cNvSpPr txBox="1"/>
          <p:nvPr/>
        </p:nvSpPr>
        <p:spPr>
          <a:xfrm>
            <a:off x="3767226" y="2894857"/>
            <a:ext cx="3246489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000" i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La performance</a:t>
            </a:r>
          </a:p>
          <a:p>
            <a:pPr algn="ctr"/>
            <a:r>
              <a:rPr lang="en" sz="105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Période Juin à octobre</a:t>
            </a:r>
          </a:p>
          <a:p>
            <a:pPr algn="ctr"/>
            <a:r>
              <a:rPr lang="en" sz="105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(2025 vs 2024)</a:t>
            </a:r>
            <a:endParaRPr sz="1050" dirty="0">
              <a:solidFill>
                <a:schemeClr val="dk1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333;p20">
            <a:extLst>
              <a:ext uri="{FF2B5EF4-FFF2-40B4-BE49-F238E27FC236}">
                <a16:creationId xmlns:a16="http://schemas.microsoft.com/office/drawing/2014/main" id="{EAA36F52-681B-05AA-2739-E4FFA5AA01D4}"/>
              </a:ext>
            </a:extLst>
          </p:cNvPr>
          <p:cNvSpPr txBox="1"/>
          <p:nvPr/>
        </p:nvSpPr>
        <p:spPr>
          <a:xfrm>
            <a:off x="4380516" y="3302447"/>
            <a:ext cx="259532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Nouvelles affaires</a:t>
            </a:r>
          </a:p>
          <a:p>
            <a:r>
              <a:rPr lang="en" sz="14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Nombre : + 14,4 %</a:t>
            </a:r>
          </a:p>
          <a:p>
            <a:r>
              <a:rPr lang="en" sz="14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Primes : + 12,8 %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sym typeface="Montserrat Medium"/>
              </a:rPr>
              <a:t>Segmentation</a:t>
            </a:r>
          </a:p>
          <a:p>
            <a:r>
              <a:rPr lang="en" sz="14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Bon conducteur : 60%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sym typeface="Montserrat Medium"/>
              </a:rPr>
              <a:t>Equipement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Pack Indemnisation : 42%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Pack Mobilité : 68%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Kilometrage limité : 28%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Avec franchises : 6%</a:t>
            </a: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330;p20">
            <a:extLst>
              <a:ext uri="{FF2B5EF4-FFF2-40B4-BE49-F238E27FC236}">
                <a16:creationId xmlns:a16="http://schemas.microsoft.com/office/drawing/2014/main" id="{257965E3-AEAA-E2A3-9843-147C9A4C1C3F}"/>
              </a:ext>
            </a:extLst>
          </p:cNvPr>
          <p:cNvSpPr txBox="1"/>
          <p:nvPr/>
        </p:nvSpPr>
        <p:spPr>
          <a:xfrm>
            <a:off x="564686" y="3056780"/>
            <a:ext cx="2778567" cy="193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09/07/2025</a:t>
            </a:r>
          </a:p>
          <a:p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Nouvelles affaires et changements de véhicule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15/10/2025</a:t>
            </a:r>
          </a:p>
          <a:p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Modifications des contrats</a:t>
            </a:r>
            <a:endParaRPr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" name="Google Shape;331;p20">
            <a:extLst>
              <a:ext uri="{FF2B5EF4-FFF2-40B4-BE49-F238E27FC236}">
                <a16:creationId xmlns:a16="http://schemas.microsoft.com/office/drawing/2014/main" id="{BB70C8CE-9B91-E6B9-1336-9E69FD2D542D}"/>
              </a:ext>
            </a:extLst>
          </p:cNvPr>
          <p:cNvSpPr txBox="1"/>
          <p:nvPr/>
        </p:nvSpPr>
        <p:spPr>
          <a:xfrm>
            <a:off x="383967" y="2639269"/>
            <a:ext cx="2401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000" i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Les dates clés</a:t>
            </a:r>
          </a:p>
        </p:txBody>
      </p:sp>
      <p:grpSp>
        <p:nvGrpSpPr>
          <p:cNvPr id="166" name="Groupe 165">
            <a:extLst>
              <a:ext uri="{FF2B5EF4-FFF2-40B4-BE49-F238E27FC236}">
                <a16:creationId xmlns:a16="http://schemas.microsoft.com/office/drawing/2014/main" id="{9BA236DD-80B0-D1DB-D2A3-98E10C72ED2C}"/>
              </a:ext>
            </a:extLst>
          </p:cNvPr>
          <p:cNvGrpSpPr/>
          <p:nvPr/>
        </p:nvGrpSpPr>
        <p:grpSpPr>
          <a:xfrm>
            <a:off x="921746" y="2137371"/>
            <a:ext cx="1225411" cy="485149"/>
            <a:chOff x="921746" y="2137371"/>
            <a:chExt cx="1225411" cy="485149"/>
          </a:xfrm>
        </p:grpSpPr>
        <p:sp>
          <p:nvSpPr>
            <p:cNvPr id="134" name="Google Shape;315;p20">
              <a:extLst>
                <a:ext uri="{FF2B5EF4-FFF2-40B4-BE49-F238E27FC236}">
                  <a16:creationId xmlns:a16="http://schemas.microsoft.com/office/drawing/2014/main" id="{326CAAE8-370C-3E7F-826B-18E9BB40AD23}"/>
                </a:ext>
              </a:extLst>
            </p:cNvPr>
            <p:cNvSpPr/>
            <p:nvPr/>
          </p:nvSpPr>
          <p:spPr>
            <a:xfrm>
              <a:off x="1427157" y="2137371"/>
              <a:ext cx="720000" cy="432000"/>
            </a:xfrm>
            <a:custGeom>
              <a:avLst/>
              <a:gdLst/>
              <a:ahLst/>
              <a:cxnLst/>
              <a:rect l="l" t="t" r="r" b="b"/>
              <a:pathLst>
                <a:path w="1196169" h="876324" extrusionOk="0">
                  <a:moveTo>
                    <a:pt x="882353" y="864891"/>
                  </a:moveTo>
                  <a:lnTo>
                    <a:pt x="1190433" y="455319"/>
                  </a:lnTo>
                  <a:cubicBezTo>
                    <a:pt x="1198082" y="445164"/>
                    <a:pt x="1198082" y="431172"/>
                    <a:pt x="1190433" y="421018"/>
                  </a:cubicBezTo>
                  <a:lnTo>
                    <a:pt x="882353" y="11446"/>
                  </a:lnTo>
                  <a:cubicBezTo>
                    <a:pt x="876980" y="4219"/>
                    <a:pt x="868492" y="-25"/>
                    <a:pt x="859486" y="12"/>
                  </a:cubicBezTo>
                  <a:lnTo>
                    <a:pt x="2752" y="12"/>
                  </a:lnTo>
                  <a:cubicBezTo>
                    <a:pt x="1375" y="-124"/>
                    <a:pt x="148" y="882"/>
                    <a:pt x="12" y="2260"/>
                  </a:cubicBezTo>
                  <a:cubicBezTo>
                    <a:pt x="-53" y="2917"/>
                    <a:pt x="144" y="3572"/>
                    <a:pt x="560" y="4085"/>
                  </a:cubicBezTo>
                  <a:lnTo>
                    <a:pt x="317567" y="425560"/>
                  </a:lnTo>
                  <a:cubicBezTo>
                    <a:pt x="323206" y="432962"/>
                    <a:pt x="323206" y="443219"/>
                    <a:pt x="317567" y="450620"/>
                  </a:cubicBezTo>
                  <a:lnTo>
                    <a:pt x="560" y="872095"/>
                  </a:lnTo>
                  <a:cubicBezTo>
                    <a:pt x="-306" y="873285"/>
                    <a:pt x="-43" y="874950"/>
                    <a:pt x="1146" y="875815"/>
                  </a:cubicBezTo>
                  <a:cubicBezTo>
                    <a:pt x="1612" y="876154"/>
                    <a:pt x="2176" y="876333"/>
                    <a:pt x="2752" y="876325"/>
                  </a:cubicBezTo>
                  <a:lnTo>
                    <a:pt x="859486" y="876324"/>
                  </a:lnTo>
                  <a:cubicBezTo>
                    <a:pt x="868492" y="876361"/>
                    <a:pt x="876980" y="872117"/>
                    <a:pt x="882353" y="864890"/>
                  </a:cubicBezTo>
                  <a:close/>
                </a:path>
              </a:pathLst>
            </a:custGeom>
            <a:solidFill>
              <a:srgbClr val="E1D9FF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316;p20">
              <a:extLst>
                <a:ext uri="{FF2B5EF4-FFF2-40B4-BE49-F238E27FC236}">
                  <a16:creationId xmlns:a16="http://schemas.microsoft.com/office/drawing/2014/main" id="{4EB44159-E03F-0AB2-CB94-0E0EE8FCB282}"/>
                </a:ext>
              </a:extLst>
            </p:cNvPr>
            <p:cNvSpPr/>
            <p:nvPr/>
          </p:nvSpPr>
          <p:spPr>
            <a:xfrm>
              <a:off x="921746" y="2137371"/>
              <a:ext cx="720000" cy="432000"/>
            </a:xfrm>
            <a:custGeom>
              <a:avLst/>
              <a:gdLst/>
              <a:ahLst/>
              <a:cxnLst/>
              <a:rect l="l" t="t" r="r" b="b"/>
              <a:pathLst>
                <a:path w="1196169" h="876324" extrusionOk="0">
                  <a:moveTo>
                    <a:pt x="882353" y="864891"/>
                  </a:moveTo>
                  <a:lnTo>
                    <a:pt x="1190433" y="455319"/>
                  </a:lnTo>
                  <a:cubicBezTo>
                    <a:pt x="1198082" y="445164"/>
                    <a:pt x="1198082" y="431172"/>
                    <a:pt x="1190433" y="421018"/>
                  </a:cubicBezTo>
                  <a:lnTo>
                    <a:pt x="882353" y="11446"/>
                  </a:lnTo>
                  <a:cubicBezTo>
                    <a:pt x="877029" y="4243"/>
                    <a:pt x="868600" y="0"/>
                    <a:pt x="859643" y="12"/>
                  </a:cubicBezTo>
                  <a:lnTo>
                    <a:pt x="2752" y="12"/>
                  </a:lnTo>
                  <a:cubicBezTo>
                    <a:pt x="1375" y="-124"/>
                    <a:pt x="148" y="882"/>
                    <a:pt x="12" y="2260"/>
                  </a:cubicBezTo>
                  <a:cubicBezTo>
                    <a:pt x="-53" y="2917"/>
                    <a:pt x="144" y="3572"/>
                    <a:pt x="560" y="4085"/>
                  </a:cubicBezTo>
                  <a:lnTo>
                    <a:pt x="317723" y="425560"/>
                  </a:lnTo>
                  <a:cubicBezTo>
                    <a:pt x="323207" y="433013"/>
                    <a:pt x="323207" y="443166"/>
                    <a:pt x="317723" y="450620"/>
                  </a:cubicBezTo>
                  <a:lnTo>
                    <a:pt x="560" y="872095"/>
                  </a:lnTo>
                  <a:cubicBezTo>
                    <a:pt x="-306" y="873285"/>
                    <a:pt x="-43" y="874950"/>
                    <a:pt x="1146" y="875815"/>
                  </a:cubicBezTo>
                  <a:cubicBezTo>
                    <a:pt x="1612" y="876154"/>
                    <a:pt x="2176" y="876333"/>
                    <a:pt x="2752" y="876325"/>
                  </a:cubicBezTo>
                  <a:lnTo>
                    <a:pt x="859643" y="876324"/>
                  </a:lnTo>
                  <a:cubicBezTo>
                    <a:pt x="868600" y="876337"/>
                    <a:pt x="877029" y="872093"/>
                    <a:pt x="882353" y="864890"/>
                  </a:cubicBez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334;p20">
              <a:extLst>
                <a:ext uri="{FF2B5EF4-FFF2-40B4-BE49-F238E27FC236}">
                  <a16:creationId xmlns:a16="http://schemas.microsoft.com/office/drawing/2014/main" id="{2815F898-D423-B51C-D1C0-C2AD5ADAED44}"/>
                </a:ext>
              </a:extLst>
            </p:cNvPr>
            <p:cNvSpPr txBox="1"/>
            <p:nvPr/>
          </p:nvSpPr>
          <p:spPr>
            <a:xfrm>
              <a:off x="1584767" y="2154120"/>
              <a:ext cx="504429" cy="4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1.</a:t>
              </a:r>
              <a:endParaRPr sz="2133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pic>
        <p:nvPicPr>
          <p:cNvPr id="154" name="Image 153">
            <a:extLst>
              <a:ext uri="{FF2B5EF4-FFF2-40B4-BE49-F238E27FC236}">
                <a16:creationId xmlns:a16="http://schemas.microsoft.com/office/drawing/2014/main" id="{107A7DE9-BA5A-EBE2-A6A9-94F0FE6EB214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AFCFB"/>
              </a:clrFrom>
              <a:clrTo>
                <a:srgbClr val="FAFC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9278" y="2509206"/>
            <a:ext cx="588463" cy="588463"/>
          </a:xfrm>
          <a:prstGeom prst="rect">
            <a:avLst/>
          </a:prstGeom>
        </p:spPr>
      </p:pic>
      <p:sp>
        <p:nvSpPr>
          <p:cNvPr id="165" name="ZoneTexte 164">
            <a:extLst>
              <a:ext uri="{FF2B5EF4-FFF2-40B4-BE49-F238E27FC236}">
                <a16:creationId xmlns:a16="http://schemas.microsoft.com/office/drawing/2014/main" id="{48363A57-BDC9-030F-9BAC-64EBD7C135D3}"/>
              </a:ext>
            </a:extLst>
          </p:cNvPr>
          <p:cNvSpPr txBox="1"/>
          <p:nvPr/>
        </p:nvSpPr>
        <p:spPr>
          <a:xfrm>
            <a:off x="394018" y="1473474"/>
            <a:ext cx="10901797" cy="461665"/>
          </a:xfrm>
          <a:prstGeom prst="rect">
            <a:avLst/>
          </a:prstGeom>
          <a:solidFill>
            <a:srgbClr val="E1D9FF"/>
          </a:solidFill>
        </p:spPr>
        <p:txBody>
          <a:bodyPr wrap="square">
            <a:spAutoFit/>
          </a:bodyPr>
          <a:lstStyle/>
          <a:p>
            <a:r>
              <a:rPr lang="en" sz="2400" dirty="0">
                <a:latin typeface="Trade Gothic Inline" panose="020F0502020204030204" pitchFamily="34" charset="0"/>
                <a:ea typeface="Montserrat Medium"/>
                <a:cs typeface="Montserrat Medium"/>
                <a:sym typeface="Montserrat Medium"/>
              </a:rPr>
              <a:t>LANCEMENT DRIVE 2+</a:t>
            </a:r>
          </a:p>
        </p:txBody>
      </p:sp>
      <p:sp>
        <p:nvSpPr>
          <p:cNvPr id="168" name="Google Shape;315;p20">
            <a:extLst>
              <a:ext uri="{FF2B5EF4-FFF2-40B4-BE49-F238E27FC236}">
                <a16:creationId xmlns:a16="http://schemas.microsoft.com/office/drawing/2014/main" id="{667280F6-1FD3-96EE-9DC5-1F8EDBCC386F}"/>
              </a:ext>
            </a:extLst>
          </p:cNvPr>
          <p:cNvSpPr/>
          <p:nvPr/>
        </p:nvSpPr>
        <p:spPr>
          <a:xfrm>
            <a:off x="5335666" y="2137318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6980" y="4219"/>
                  <a:pt x="868492" y="-25"/>
                  <a:pt x="859486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567" y="425560"/>
                </a:lnTo>
                <a:cubicBezTo>
                  <a:pt x="323206" y="432962"/>
                  <a:pt x="323206" y="443219"/>
                  <a:pt x="317567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486" y="876324"/>
                </a:lnTo>
                <a:cubicBezTo>
                  <a:pt x="868492" y="876361"/>
                  <a:pt x="876980" y="872117"/>
                  <a:pt x="882353" y="864890"/>
                </a:cubicBezTo>
                <a:close/>
              </a:path>
            </a:pathLst>
          </a:custGeom>
          <a:solidFill>
            <a:srgbClr val="B8B2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316;p20">
            <a:extLst>
              <a:ext uri="{FF2B5EF4-FFF2-40B4-BE49-F238E27FC236}">
                <a16:creationId xmlns:a16="http://schemas.microsoft.com/office/drawing/2014/main" id="{B9B02D53-644F-53A1-D16D-7D2170EAD530}"/>
              </a:ext>
            </a:extLst>
          </p:cNvPr>
          <p:cNvSpPr/>
          <p:nvPr/>
        </p:nvSpPr>
        <p:spPr>
          <a:xfrm>
            <a:off x="4830255" y="2137318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7029" y="4243"/>
                  <a:pt x="868600" y="0"/>
                  <a:pt x="859643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723" y="425560"/>
                </a:lnTo>
                <a:cubicBezTo>
                  <a:pt x="323207" y="433013"/>
                  <a:pt x="323207" y="443166"/>
                  <a:pt x="317723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643" y="876324"/>
                </a:lnTo>
                <a:cubicBezTo>
                  <a:pt x="868600" y="876337"/>
                  <a:pt x="877029" y="872093"/>
                  <a:pt x="882353" y="86489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334;p20">
            <a:extLst>
              <a:ext uri="{FF2B5EF4-FFF2-40B4-BE49-F238E27FC236}">
                <a16:creationId xmlns:a16="http://schemas.microsoft.com/office/drawing/2014/main" id="{2F0385BD-6E76-AE98-157E-FBFDA21DD7B0}"/>
              </a:ext>
            </a:extLst>
          </p:cNvPr>
          <p:cNvSpPr txBox="1"/>
          <p:nvPr/>
        </p:nvSpPr>
        <p:spPr>
          <a:xfrm>
            <a:off x="5493276" y="2154067"/>
            <a:ext cx="504429" cy="4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133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</a:t>
            </a:r>
            <a:endParaRPr sz="2133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315;p20">
            <a:extLst>
              <a:ext uri="{FF2B5EF4-FFF2-40B4-BE49-F238E27FC236}">
                <a16:creationId xmlns:a16="http://schemas.microsoft.com/office/drawing/2014/main" id="{60DAF29D-E520-93F6-E18C-4E98CFBE4BC8}"/>
              </a:ext>
            </a:extLst>
          </p:cNvPr>
          <p:cNvSpPr/>
          <p:nvPr/>
        </p:nvSpPr>
        <p:spPr>
          <a:xfrm>
            <a:off x="9216298" y="2153439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6980" y="4219"/>
                  <a:pt x="868492" y="-25"/>
                  <a:pt x="859486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567" y="425560"/>
                </a:lnTo>
                <a:cubicBezTo>
                  <a:pt x="323206" y="432962"/>
                  <a:pt x="323206" y="443219"/>
                  <a:pt x="317567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486" y="876324"/>
                </a:lnTo>
                <a:cubicBezTo>
                  <a:pt x="868492" y="876361"/>
                  <a:pt x="876980" y="872117"/>
                  <a:pt x="882353" y="864890"/>
                </a:cubicBezTo>
                <a:close/>
              </a:path>
            </a:pathLst>
          </a:custGeom>
          <a:solidFill>
            <a:srgbClr val="BE82FA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316;p20">
            <a:extLst>
              <a:ext uri="{FF2B5EF4-FFF2-40B4-BE49-F238E27FC236}">
                <a16:creationId xmlns:a16="http://schemas.microsoft.com/office/drawing/2014/main" id="{85F32E58-D087-BCB2-0882-6BCBFD56A3C2}"/>
              </a:ext>
            </a:extLst>
          </p:cNvPr>
          <p:cNvSpPr/>
          <p:nvPr/>
        </p:nvSpPr>
        <p:spPr>
          <a:xfrm>
            <a:off x="8710887" y="2153439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7029" y="4243"/>
                  <a:pt x="868600" y="0"/>
                  <a:pt x="859643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723" y="425560"/>
                </a:lnTo>
                <a:cubicBezTo>
                  <a:pt x="323207" y="433013"/>
                  <a:pt x="323207" y="443166"/>
                  <a:pt x="317723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643" y="876324"/>
                </a:lnTo>
                <a:cubicBezTo>
                  <a:pt x="868600" y="876337"/>
                  <a:pt x="877029" y="872093"/>
                  <a:pt x="882353" y="86489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334;p20">
            <a:extLst>
              <a:ext uri="{FF2B5EF4-FFF2-40B4-BE49-F238E27FC236}">
                <a16:creationId xmlns:a16="http://schemas.microsoft.com/office/drawing/2014/main" id="{DBED76E5-2929-F44D-44E8-BAD4C36F7FBC}"/>
              </a:ext>
            </a:extLst>
          </p:cNvPr>
          <p:cNvSpPr txBox="1"/>
          <p:nvPr/>
        </p:nvSpPr>
        <p:spPr>
          <a:xfrm>
            <a:off x="9373908" y="2170188"/>
            <a:ext cx="504429" cy="4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133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</a:t>
            </a:r>
            <a:endParaRPr sz="2133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4433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E0AE-5AF1-7AF7-F6F8-504F471D0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06890AA-CD4B-C22C-59B6-C6F49C7CD73A}"/>
              </a:ext>
            </a:extLst>
          </p:cNvPr>
          <p:cNvSpPr/>
          <p:nvPr/>
        </p:nvSpPr>
        <p:spPr>
          <a:xfrm>
            <a:off x="388921" y="3227051"/>
            <a:ext cx="2885333" cy="170941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 sz="1200" b="1" dirty="0">
              <a:solidFill>
                <a:schemeClr val="tx2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C6B01C-F2C7-215C-EC05-AA4FCC7ACE3F}"/>
              </a:ext>
            </a:extLst>
          </p:cNvPr>
          <p:cNvSpPr/>
          <p:nvPr/>
        </p:nvSpPr>
        <p:spPr>
          <a:xfrm>
            <a:off x="394016" y="2517334"/>
            <a:ext cx="2885333" cy="64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 sz="1200" b="1" dirty="0">
              <a:solidFill>
                <a:schemeClr val="tx2"/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3BDC0E-4AE6-4B03-3D5B-FEBD5DA4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4</a:t>
            </a:fld>
            <a:endParaRPr lang="fr-LU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9375B9A4-E8EC-B6FF-6A36-CACE5358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18" y="232410"/>
            <a:ext cx="5435600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LU" sz="3100" dirty="0"/>
              <a:t>La mobilité en 2026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0DC2F4B-C21D-B9EB-AE34-E0DD10228D5F}"/>
              </a:ext>
            </a:extLst>
          </p:cNvPr>
          <p:cNvSpPr txBox="1"/>
          <p:nvPr/>
        </p:nvSpPr>
        <p:spPr>
          <a:xfrm>
            <a:off x="304800" y="613410"/>
            <a:ext cx="359664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fr-FR" sz="1600" dirty="0">
                <a:solidFill>
                  <a:srgbClr val="000D6E"/>
                </a:solidFill>
              </a:rPr>
              <a:t>Se déplacer en toute sérénité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3" name="Google Shape;330;p20">
            <a:extLst>
              <a:ext uri="{FF2B5EF4-FFF2-40B4-BE49-F238E27FC236}">
                <a16:creationId xmlns:a16="http://schemas.microsoft.com/office/drawing/2014/main" id="{BD860A22-6C0E-8B3D-4F57-1B4A3E0F7F46}"/>
              </a:ext>
            </a:extLst>
          </p:cNvPr>
          <p:cNvSpPr txBox="1"/>
          <p:nvPr/>
        </p:nvSpPr>
        <p:spPr>
          <a:xfrm>
            <a:off x="394016" y="1930493"/>
            <a:ext cx="259532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600" b="1" dirty="0">
                <a:solidFill>
                  <a:srgbClr val="000D6E"/>
                </a:solidFill>
                <a:ea typeface="Montserrat Medium"/>
                <a:cs typeface="Montserrat Medium"/>
                <a:sym typeface="Montserrat Medium"/>
              </a:rPr>
              <a:t>Elargissement du scope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6830D45-DA45-BE08-FC47-C49BDCBEC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0818" y="2538845"/>
            <a:ext cx="723094" cy="5720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1FB1B75-F502-81BE-DA4A-4D58A5C0FCDA}"/>
              </a:ext>
            </a:extLst>
          </p:cNvPr>
          <p:cNvSpPr txBox="1"/>
          <p:nvPr/>
        </p:nvSpPr>
        <p:spPr>
          <a:xfrm>
            <a:off x="394016" y="2453884"/>
            <a:ext cx="1313529" cy="674200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/>
              <a:t>Auto particuliers</a:t>
            </a:r>
            <a:endParaRPr lang="fr-LU" sz="16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8230D7-4C1C-2C13-3456-EC2315D07DD6}"/>
              </a:ext>
            </a:extLst>
          </p:cNvPr>
          <p:cNvSpPr txBox="1"/>
          <p:nvPr/>
        </p:nvSpPr>
        <p:spPr>
          <a:xfrm>
            <a:off x="394016" y="3195538"/>
            <a:ext cx="1313529" cy="674200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>
                <a:solidFill>
                  <a:srgbClr val="000D6E"/>
                </a:solidFill>
              </a:rPr>
              <a:t>Véhicules utilitaires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508B3B-1C1D-D82B-641A-4E15F85FAE2D}"/>
              </a:ext>
            </a:extLst>
          </p:cNvPr>
          <p:cNvSpPr txBox="1"/>
          <p:nvPr/>
        </p:nvSpPr>
        <p:spPr>
          <a:xfrm>
            <a:off x="394016" y="3984238"/>
            <a:ext cx="145542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>
                <a:solidFill>
                  <a:srgbClr val="000D6E"/>
                </a:solidFill>
              </a:rPr>
              <a:t>Motocycle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F61417-FE09-1D56-41C9-A7D8B823EC4E}"/>
              </a:ext>
            </a:extLst>
          </p:cNvPr>
          <p:cNvSpPr txBox="1"/>
          <p:nvPr/>
        </p:nvSpPr>
        <p:spPr>
          <a:xfrm>
            <a:off x="394016" y="4475825"/>
            <a:ext cx="145542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>
                <a:solidFill>
                  <a:srgbClr val="000D6E"/>
                </a:solidFill>
              </a:rPr>
              <a:t>Remorque</a:t>
            </a:r>
            <a:endParaRPr lang="fr-LU" sz="1600" dirty="0">
              <a:solidFill>
                <a:srgbClr val="000D6E"/>
              </a:solidFill>
            </a:endParaRP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E4A7FA35-310F-EB56-549C-198BBB904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8707" y="3839680"/>
            <a:ext cx="672068" cy="672068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3B4B0742-A2E0-3FCF-6F7A-6D3083194C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5533" y="3215654"/>
            <a:ext cx="723094" cy="723094"/>
          </a:xfrm>
          <a:prstGeom prst="rect">
            <a:avLst/>
          </a:prstGeom>
        </p:spPr>
      </p:pic>
      <p:sp>
        <p:nvSpPr>
          <p:cNvPr id="20" name="Google Shape;330;p20">
            <a:extLst>
              <a:ext uri="{FF2B5EF4-FFF2-40B4-BE49-F238E27FC236}">
                <a16:creationId xmlns:a16="http://schemas.microsoft.com/office/drawing/2014/main" id="{1AB67B32-1EFF-BDC4-B9D5-7DB16B6F2D04}"/>
              </a:ext>
            </a:extLst>
          </p:cNvPr>
          <p:cNvSpPr txBox="1"/>
          <p:nvPr/>
        </p:nvSpPr>
        <p:spPr>
          <a:xfrm>
            <a:off x="3687511" y="1930493"/>
            <a:ext cx="2928302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600" b="1" dirty="0">
                <a:solidFill>
                  <a:srgbClr val="000D6E"/>
                </a:solidFill>
                <a:ea typeface="Montserrat Medium"/>
                <a:cs typeface="Montserrat Medium"/>
                <a:sym typeface="Montserrat Medium"/>
              </a:rPr>
              <a:t>Un produit New Generation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48C197F-3E8B-A01C-430B-1843B9F226D8}"/>
              </a:ext>
            </a:extLst>
          </p:cNvPr>
          <p:cNvSpPr txBox="1"/>
          <p:nvPr/>
        </p:nvSpPr>
        <p:spPr>
          <a:xfrm>
            <a:off x="3687511" y="2419899"/>
            <a:ext cx="3780091" cy="3074858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Fusion auto et camionnette           </a:t>
            </a:r>
            <a:r>
              <a:rPr lang="fr-FR" sz="1400" dirty="0">
                <a:solidFill>
                  <a:srgbClr val="000D6E"/>
                </a:solidFill>
              </a:rPr>
              <a:t>(4 roues -3,5t)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Logique de segmentation intégrée </a:t>
            </a:r>
            <a:r>
              <a:rPr lang="fr-FR" sz="1400" dirty="0">
                <a:solidFill>
                  <a:srgbClr val="000D6E"/>
                </a:solidFill>
              </a:rPr>
              <a:t>(segments / sous segments)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Calcul BM automatisé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Gestion véhiculier modernisé </a:t>
            </a:r>
          </a:p>
          <a:p>
            <a:pPr marL="819150" lvl="3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Data externe Auto-vista</a:t>
            </a:r>
          </a:p>
          <a:p>
            <a:pPr marL="819150" lvl="3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Fichier Euro taxe véhicules utilitaires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Questionnaire besoins client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Devis multi formule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rgbClr val="000D6E"/>
                </a:solidFill>
              </a:rPr>
              <a:t>Devis d’avenant</a:t>
            </a:r>
            <a:endParaRPr lang="fr-FR" sz="1400" dirty="0">
              <a:solidFill>
                <a:srgbClr val="000D6E"/>
              </a:solidFill>
            </a:endParaRPr>
          </a:p>
        </p:txBody>
      </p:sp>
      <p:sp>
        <p:nvSpPr>
          <p:cNvPr id="23" name="Google Shape;330;p20">
            <a:extLst>
              <a:ext uri="{FF2B5EF4-FFF2-40B4-BE49-F238E27FC236}">
                <a16:creationId xmlns:a16="http://schemas.microsoft.com/office/drawing/2014/main" id="{1DA4ABE8-3F4D-BF6C-9AF7-6A21CB388501}"/>
              </a:ext>
            </a:extLst>
          </p:cNvPr>
          <p:cNvSpPr txBox="1"/>
          <p:nvPr/>
        </p:nvSpPr>
        <p:spPr>
          <a:xfrm>
            <a:off x="8308902" y="1934296"/>
            <a:ext cx="2928302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Segmentation intégrée</a:t>
            </a:r>
          </a:p>
          <a:p>
            <a:pPr algn="ctr"/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algn="ctr"/>
            <a:endParaRPr lang="en" sz="14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23F2472F-3B18-89BC-D19C-C7F34CF53612}"/>
              </a:ext>
            </a:extLst>
          </p:cNvPr>
          <p:cNvGrpSpPr/>
          <p:nvPr/>
        </p:nvGrpSpPr>
        <p:grpSpPr>
          <a:xfrm>
            <a:off x="9758265" y="4418840"/>
            <a:ext cx="4680000" cy="4680000"/>
            <a:chOff x="4271481" y="1468836"/>
            <a:chExt cx="4680000" cy="46800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24482933-7B9A-2321-AC89-D31689CF442A}"/>
                </a:ext>
              </a:extLst>
            </p:cNvPr>
            <p:cNvGrpSpPr/>
            <p:nvPr/>
          </p:nvGrpSpPr>
          <p:grpSpPr>
            <a:xfrm>
              <a:off x="4271481" y="1468836"/>
              <a:ext cx="4680000" cy="4680000"/>
              <a:chOff x="4004618" y="1470218"/>
              <a:chExt cx="4166706" cy="4333903"/>
            </a:xfrm>
          </p:grpSpPr>
          <p:sp>
            <p:nvSpPr>
              <p:cNvPr id="32" name="Arc partiel 31">
                <a:extLst>
                  <a:ext uri="{FF2B5EF4-FFF2-40B4-BE49-F238E27FC236}">
                    <a16:creationId xmlns:a16="http://schemas.microsoft.com/office/drawing/2014/main" id="{21AC1E90-03FD-6CA8-206A-87D7D0821D0F}"/>
                  </a:ext>
                </a:extLst>
              </p:cNvPr>
              <p:cNvSpPr/>
              <p:nvPr/>
            </p:nvSpPr>
            <p:spPr>
              <a:xfrm rot="10800000">
                <a:off x="4004618" y="1470218"/>
                <a:ext cx="4166706" cy="4333903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33" name="Arc partiel 32">
                <a:extLst>
                  <a:ext uri="{FF2B5EF4-FFF2-40B4-BE49-F238E27FC236}">
                    <a16:creationId xmlns:a16="http://schemas.microsoft.com/office/drawing/2014/main" id="{B836362D-DC0F-5433-7C36-F0EE88040D63}"/>
                  </a:ext>
                </a:extLst>
              </p:cNvPr>
              <p:cNvSpPr/>
              <p:nvPr/>
            </p:nvSpPr>
            <p:spPr>
              <a:xfrm rot="10800000">
                <a:off x="4726104" y="2229135"/>
                <a:ext cx="2724385" cy="2833706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/>
              </a:solidFill>
              <a:ln w="22225"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AC804162-2C0A-AFAC-0969-450926A1AE85}"/>
                </a:ext>
              </a:extLst>
            </p:cNvPr>
            <p:cNvSpPr txBox="1"/>
            <p:nvPr/>
          </p:nvSpPr>
          <p:spPr>
            <a:xfrm rot="18921632">
              <a:off x="5436392" y="2797403"/>
              <a:ext cx="3043713" cy="2751282"/>
            </a:xfrm>
            <a:prstGeom prst="rect">
              <a:avLst/>
            </a:prstGeom>
            <a:noFill/>
          </p:spPr>
          <p:txBody>
            <a:bodyPr wrap="square" tIns="90000" bIns="90000" rtlCol="0">
              <a:prstTxWarp prst="textArchUp">
                <a:avLst>
                  <a:gd name="adj" fmla="val 10774838"/>
                </a:avLst>
              </a:prstTxWarp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Protection des </a:t>
              </a:r>
            </a:p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biens</a:t>
              </a:r>
              <a:endParaRPr lang="fr-LU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27" name="Graphique 26">
              <a:extLst>
                <a:ext uri="{FF2B5EF4-FFF2-40B4-BE49-F238E27FC236}">
                  <a16:creationId xmlns:a16="http://schemas.microsoft.com/office/drawing/2014/main" id="{B32F84D9-B8B4-418C-157E-1319F389D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1479" y="2012916"/>
              <a:ext cx="531837" cy="531837"/>
            </a:xfrm>
            <a:prstGeom prst="rect">
              <a:avLst/>
            </a:prstGeom>
          </p:spPr>
        </p:pic>
        <p:pic>
          <p:nvPicPr>
            <p:cNvPr id="29" name="Graphique 28">
              <a:extLst>
                <a:ext uri="{FF2B5EF4-FFF2-40B4-BE49-F238E27FC236}">
                  <a16:creationId xmlns:a16="http://schemas.microsoft.com/office/drawing/2014/main" id="{85B9E824-1912-AD72-8A6C-23163A3A0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09031" y="1624716"/>
              <a:ext cx="576380" cy="576380"/>
            </a:xfrm>
            <a:prstGeom prst="rect">
              <a:avLst/>
            </a:prstGeom>
          </p:spPr>
        </p:pic>
        <p:pic>
          <p:nvPicPr>
            <p:cNvPr id="30" name="Graphique 29">
              <a:extLst>
                <a:ext uri="{FF2B5EF4-FFF2-40B4-BE49-F238E27FC236}">
                  <a16:creationId xmlns:a16="http://schemas.microsoft.com/office/drawing/2014/main" id="{D3E693F2-D9E9-8343-C711-C96853C0F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19806" y="2548088"/>
              <a:ext cx="573061" cy="573061"/>
            </a:xfrm>
            <a:prstGeom prst="rect">
              <a:avLst/>
            </a:prstGeom>
          </p:spPr>
        </p:pic>
        <p:pic>
          <p:nvPicPr>
            <p:cNvPr id="31" name="Graphique 30">
              <a:extLst>
                <a:ext uri="{FF2B5EF4-FFF2-40B4-BE49-F238E27FC236}">
                  <a16:creationId xmlns:a16="http://schemas.microsoft.com/office/drawing/2014/main" id="{E20C035F-1BD2-E4A0-34C8-B11D7D17D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81589" y="3216416"/>
              <a:ext cx="433918" cy="433918"/>
            </a:xfrm>
            <a:prstGeom prst="rect">
              <a:avLst/>
            </a:prstGeom>
          </p:spPr>
        </p:pic>
      </p:grpSp>
      <p:sp>
        <p:nvSpPr>
          <p:cNvPr id="34" name="ZoneTexte 33">
            <a:extLst>
              <a:ext uri="{FF2B5EF4-FFF2-40B4-BE49-F238E27FC236}">
                <a16:creationId xmlns:a16="http://schemas.microsoft.com/office/drawing/2014/main" id="{E323B113-DA9F-7667-7A7E-0393FA90243D}"/>
              </a:ext>
            </a:extLst>
          </p:cNvPr>
          <p:cNvSpPr txBox="1"/>
          <p:nvPr/>
        </p:nvSpPr>
        <p:spPr>
          <a:xfrm>
            <a:off x="394017" y="1299279"/>
            <a:ext cx="10901797" cy="523220"/>
          </a:xfrm>
          <a:prstGeom prst="rect">
            <a:avLst/>
          </a:prstGeom>
          <a:solidFill>
            <a:srgbClr val="E1D9FF"/>
          </a:solidFill>
        </p:spPr>
        <p:txBody>
          <a:bodyPr wrap="square">
            <a:spAutoFit/>
          </a:bodyPr>
          <a:lstStyle/>
          <a:p>
            <a:r>
              <a:rPr lang="en" sz="2800" dirty="0">
                <a:latin typeface="Trade Gothic Inline" panose="020F0502020204030204" pitchFamily="34" charset="0"/>
                <a:ea typeface="Montserrat Medium"/>
                <a:cs typeface="Montserrat Medium"/>
                <a:sym typeface="Montserrat Medium"/>
              </a:rPr>
              <a:t>Drive 3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98A617C0-4978-B440-D57D-08F4DF576491}"/>
              </a:ext>
            </a:extLst>
          </p:cNvPr>
          <p:cNvCxnSpPr>
            <a:cxnSpLocks/>
          </p:cNvCxnSpPr>
          <p:nvPr/>
        </p:nvCxnSpPr>
        <p:spPr>
          <a:xfrm>
            <a:off x="3483429" y="2481684"/>
            <a:ext cx="0" cy="275667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7D4104F2-60F4-4BD9-ACE8-665F8FE4755A}"/>
              </a:ext>
            </a:extLst>
          </p:cNvPr>
          <p:cNvSpPr txBox="1"/>
          <p:nvPr/>
        </p:nvSpPr>
        <p:spPr>
          <a:xfrm>
            <a:off x="8294113" y="2423039"/>
            <a:ext cx="30017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“Drive Particuliers”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Etudiant / Jeune actif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Famille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Bon conducteur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Retraité</a:t>
            </a:r>
          </a:p>
          <a:p>
            <a:pPr algn="ctr"/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algn="ctr"/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“Drive Prestige”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Super car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Old timer</a:t>
            </a:r>
            <a:endParaRPr lang="fr-LU" sz="1600" dirty="0"/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C7E30EB6-1554-7ED8-E799-5BD71405AB5E}"/>
              </a:ext>
            </a:extLst>
          </p:cNvPr>
          <p:cNvCxnSpPr>
            <a:cxnSpLocks/>
          </p:cNvCxnSpPr>
          <p:nvPr/>
        </p:nvCxnSpPr>
        <p:spPr>
          <a:xfrm>
            <a:off x="8172422" y="2481684"/>
            <a:ext cx="0" cy="275667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76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BD600-47D6-B05C-D67A-06701341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B6A31B-192C-242A-9B5E-441AB382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5</a:t>
            </a:fld>
            <a:endParaRPr lang="fr-LU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09825B3-616F-28C5-D964-75FE6F359CA9}"/>
              </a:ext>
            </a:extLst>
          </p:cNvPr>
          <p:cNvGrpSpPr/>
          <p:nvPr/>
        </p:nvGrpSpPr>
        <p:grpSpPr>
          <a:xfrm>
            <a:off x="-2279672" y="4454830"/>
            <a:ext cx="4680000" cy="4680000"/>
            <a:chOff x="3029526" y="577219"/>
            <a:chExt cx="5933242" cy="5846888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B9180526-DFFC-3BAB-73E7-7C4310BD633A}"/>
                </a:ext>
              </a:extLst>
            </p:cNvPr>
            <p:cNvGrpSpPr/>
            <p:nvPr/>
          </p:nvGrpSpPr>
          <p:grpSpPr>
            <a:xfrm>
              <a:off x="3029526" y="577219"/>
              <a:ext cx="5933242" cy="5846888"/>
              <a:chOff x="2898900" y="644530"/>
              <a:chExt cx="5282511" cy="5414506"/>
            </a:xfrm>
          </p:grpSpPr>
          <p:sp>
            <p:nvSpPr>
              <p:cNvPr id="10" name="Arc partiel 9">
                <a:extLst>
                  <a:ext uri="{FF2B5EF4-FFF2-40B4-BE49-F238E27FC236}">
                    <a16:creationId xmlns:a16="http://schemas.microsoft.com/office/drawing/2014/main" id="{8ADD8AA7-4F29-08D9-B84C-C616BCBCA70D}"/>
                  </a:ext>
                </a:extLst>
              </p:cNvPr>
              <p:cNvSpPr/>
              <p:nvPr/>
            </p:nvSpPr>
            <p:spPr>
              <a:xfrm rot="16200000">
                <a:off x="2832903" y="710527"/>
                <a:ext cx="5414506" cy="5282511"/>
              </a:xfrm>
              <a:prstGeom prst="pie">
                <a:avLst>
                  <a:gd name="adj1" fmla="val 21591357"/>
                  <a:gd name="adj2" fmla="val 5372399"/>
                </a:avLst>
              </a:prstGeom>
              <a:solidFill>
                <a:srgbClr val="B8B2FF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4" name="Arc partiel 3">
                <a:extLst>
                  <a:ext uri="{FF2B5EF4-FFF2-40B4-BE49-F238E27FC236}">
                    <a16:creationId xmlns:a16="http://schemas.microsoft.com/office/drawing/2014/main" id="{EC0E752B-3399-2526-8FEE-AC1CA93E3C2D}"/>
                  </a:ext>
                </a:extLst>
              </p:cNvPr>
              <p:cNvSpPr/>
              <p:nvPr/>
            </p:nvSpPr>
            <p:spPr>
              <a:xfrm rot="16200000">
                <a:off x="3707131" y="1562347"/>
                <a:ext cx="3674603" cy="3572518"/>
              </a:xfrm>
              <a:prstGeom prst="pie">
                <a:avLst>
                  <a:gd name="adj1" fmla="val 21591357"/>
                  <a:gd name="adj2" fmla="val 5372399"/>
                </a:avLst>
              </a:prstGeom>
              <a:solidFill>
                <a:srgbClr val="B8B2FF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1B2AAAF8-C464-C7F1-D551-39BB1CA51D33}"/>
                </a:ext>
              </a:extLst>
            </p:cNvPr>
            <p:cNvSpPr txBox="1"/>
            <p:nvPr/>
          </p:nvSpPr>
          <p:spPr>
            <a:xfrm rot="6159575">
              <a:off x="4489750" y="2450411"/>
              <a:ext cx="3012793" cy="2779519"/>
            </a:xfrm>
            <a:prstGeom prst="rect">
              <a:avLst/>
            </a:prstGeom>
            <a:noFill/>
          </p:spPr>
          <p:txBody>
            <a:bodyPr wrap="square" tIns="90000" bIns="90000" rtlCol="0">
              <a:prstTxWarp prst="textArchUp">
                <a:avLst>
                  <a:gd name="adj" fmla="val 10807126"/>
                </a:avLst>
              </a:prstTxWarp>
              <a:spAutoFit/>
            </a:bodyPr>
            <a:lstStyle/>
            <a:p>
              <a:pPr algn="l"/>
              <a:r>
                <a:rPr lang="fr-FR" sz="1600" b="1" dirty="0">
                  <a:solidFill>
                    <a:srgbClr val="002060"/>
                  </a:solidFill>
                </a:rPr>
                <a:t>Protection des</a:t>
              </a:r>
            </a:p>
            <a:p>
              <a:pPr algn="l"/>
              <a:r>
                <a:rPr lang="fr-FR" sz="1600" b="1" dirty="0">
                  <a:solidFill>
                    <a:srgbClr val="002060"/>
                  </a:solidFill>
                </a:rPr>
                <a:t> personnes</a:t>
              </a:r>
              <a:endParaRPr lang="fr-LU" sz="1600" b="1" dirty="0">
                <a:solidFill>
                  <a:srgbClr val="002060"/>
                </a:solidFill>
              </a:endParaRPr>
            </a:p>
          </p:txBody>
        </p:sp>
        <p:pic>
          <p:nvPicPr>
            <p:cNvPr id="55" name="Graphique 54">
              <a:extLst>
                <a:ext uri="{FF2B5EF4-FFF2-40B4-BE49-F238E27FC236}">
                  <a16:creationId xmlns:a16="http://schemas.microsoft.com/office/drawing/2014/main" id="{A87B4E00-07AA-8CBF-C080-0D59C41F7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34570" y="2134116"/>
              <a:ext cx="870250" cy="870250"/>
            </a:xfrm>
            <a:prstGeom prst="rect">
              <a:avLst/>
            </a:prstGeom>
          </p:spPr>
        </p:pic>
        <p:pic>
          <p:nvPicPr>
            <p:cNvPr id="57" name="Graphique 56">
              <a:extLst>
                <a:ext uri="{FF2B5EF4-FFF2-40B4-BE49-F238E27FC236}">
                  <a16:creationId xmlns:a16="http://schemas.microsoft.com/office/drawing/2014/main" id="{8D7606B1-D4F5-1BD2-1FBE-C7FA61E7A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94467" y="1379941"/>
              <a:ext cx="652068" cy="652068"/>
            </a:xfrm>
            <a:prstGeom prst="rect">
              <a:avLst/>
            </a:prstGeom>
          </p:spPr>
        </p:pic>
        <p:pic>
          <p:nvPicPr>
            <p:cNvPr id="75" name="Graphique 74">
              <a:extLst>
                <a:ext uri="{FF2B5EF4-FFF2-40B4-BE49-F238E27FC236}">
                  <a16:creationId xmlns:a16="http://schemas.microsoft.com/office/drawing/2014/main" id="{379CCE56-AF3C-D167-DB5E-BABEA9BC5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98506" y="863616"/>
              <a:ext cx="639287" cy="639287"/>
            </a:xfrm>
            <a:prstGeom prst="rect">
              <a:avLst/>
            </a:prstGeom>
          </p:spPr>
        </p:pic>
      </p:grpSp>
      <p:sp>
        <p:nvSpPr>
          <p:cNvPr id="17" name="Titre 2">
            <a:extLst>
              <a:ext uri="{FF2B5EF4-FFF2-40B4-BE49-F238E27FC236}">
                <a16:creationId xmlns:a16="http://schemas.microsoft.com/office/drawing/2014/main" id="{AE427677-B4D8-0F7C-5E9E-D1A35787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18" y="232410"/>
            <a:ext cx="11165522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FR" sz="3100" dirty="0"/>
              <a:t>Les accidents de la vie en 2026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391C4B9-EB5F-FC79-0543-45B1FFA19656}"/>
              </a:ext>
            </a:extLst>
          </p:cNvPr>
          <p:cNvSpPr txBox="1"/>
          <p:nvPr/>
        </p:nvSpPr>
        <p:spPr>
          <a:xfrm>
            <a:off x="304800" y="613410"/>
            <a:ext cx="470916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fr-FR" sz="1600" dirty="0">
                <a:solidFill>
                  <a:srgbClr val="000D6E"/>
                </a:solidFill>
              </a:rPr>
              <a:t>Préserver ses revenus / Protéger ses proches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22" name="Google Shape;80;p17">
            <a:extLst>
              <a:ext uri="{FF2B5EF4-FFF2-40B4-BE49-F238E27FC236}">
                <a16:creationId xmlns:a16="http://schemas.microsoft.com/office/drawing/2014/main" id="{DFB6986E-B845-B0C4-E872-A2298AE4DA8E}"/>
              </a:ext>
            </a:extLst>
          </p:cNvPr>
          <p:cNvSpPr/>
          <p:nvPr/>
        </p:nvSpPr>
        <p:spPr>
          <a:xfrm>
            <a:off x="2532540" y="2918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86881" y="0"/>
                </a:moveTo>
                <a:lnTo>
                  <a:pt x="0" y="158616"/>
                </a:lnTo>
                <a:lnTo>
                  <a:pt x="183083" y="158616"/>
                </a:lnTo>
                <a:lnTo>
                  <a:pt x="86881" y="0"/>
                </a:lnTo>
                <a:close/>
              </a:path>
            </a:pathLst>
          </a:custGeom>
          <a:solidFill>
            <a:srgbClr val="E0CDF7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1;p17">
            <a:extLst>
              <a:ext uri="{FF2B5EF4-FFF2-40B4-BE49-F238E27FC236}">
                <a16:creationId xmlns:a16="http://schemas.microsoft.com/office/drawing/2014/main" id="{BB65F878-7734-2023-B27F-C1F41AEBF5F4}"/>
              </a:ext>
            </a:extLst>
          </p:cNvPr>
          <p:cNvSpPr/>
          <p:nvPr/>
        </p:nvSpPr>
        <p:spPr>
          <a:xfrm>
            <a:off x="3480870" y="3532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96202" y="158616"/>
                </a:moveTo>
                <a:lnTo>
                  <a:pt x="183083" y="0"/>
                </a:lnTo>
                <a:lnTo>
                  <a:pt x="0" y="0"/>
                </a:lnTo>
                <a:lnTo>
                  <a:pt x="96202" y="158616"/>
                </a:lnTo>
                <a:close/>
              </a:path>
            </a:pathLst>
          </a:custGeom>
          <a:solidFill>
            <a:srgbClr val="E0CDF7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4;p17">
            <a:extLst>
              <a:ext uri="{FF2B5EF4-FFF2-40B4-BE49-F238E27FC236}">
                <a16:creationId xmlns:a16="http://schemas.microsoft.com/office/drawing/2014/main" id="{52DA9ACD-63F3-1852-D63E-77BD1AAFB2A9}"/>
              </a:ext>
            </a:extLst>
          </p:cNvPr>
          <p:cNvSpPr/>
          <p:nvPr/>
        </p:nvSpPr>
        <p:spPr>
          <a:xfrm>
            <a:off x="5606251" y="2918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86881" y="0"/>
                </a:moveTo>
                <a:lnTo>
                  <a:pt x="0" y="158616"/>
                </a:lnTo>
                <a:lnTo>
                  <a:pt x="183083" y="158616"/>
                </a:lnTo>
                <a:lnTo>
                  <a:pt x="86881" y="0"/>
                </a:lnTo>
                <a:close/>
              </a:path>
            </a:pathLst>
          </a:custGeom>
          <a:solidFill>
            <a:srgbClr val="C7A5F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85;p17">
            <a:extLst>
              <a:ext uri="{FF2B5EF4-FFF2-40B4-BE49-F238E27FC236}">
                <a16:creationId xmlns:a16="http://schemas.microsoft.com/office/drawing/2014/main" id="{B0192161-8E6A-2B4D-63B3-0B5BD56B5F63}"/>
              </a:ext>
            </a:extLst>
          </p:cNvPr>
          <p:cNvSpPr/>
          <p:nvPr/>
        </p:nvSpPr>
        <p:spPr>
          <a:xfrm>
            <a:off x="6553078" y="3532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96036" y="158616"/>
                </a:moveTo>
                <a:lnTo>
                  <a:pt x="183083" y="0"/>
                </a:lnTo>
                <a:lnTo>
                  <a:pt x="0" y="0"/>
                </a:lnTo>
                <a:lnTo>
                  <a:pt x="96036" y="158616"/>
                </a:lnTo>
                <a:close/>
              </a:path>
            </a:pathLst>
          </a:custGeom>
          <a:solidFill>
            <a:srgbClr val="C7A5F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88;p17">
            <a:extLst>
              <a:ext uri="{FF2B5EF4-FFF2-40B4-BE49-F238E27FC236}">
                <a16:creationId xmlns:a16="http://schemas.microsoft.com/office/drawing/2014/main" id="{92596F41-2C83-0ABE-DC61-F2791DD9457E}"/>
              </a:ext>
            </a:extLst>
          </p:cNvPr>
          <p:cNvSpPr/>
          <p:nvPr/>
        </p:nvSpPr>
        <p:spPr>
          <a:xfrm>
            <a:off x="8679962" y="2918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86881" y="0"/>
                </a:moveTo>
                <a:lnTo>
                  <a:pt x="0" y="158616"/>
                </a:lnTo>
                <a:lnTo>
                  <a:pt x="183083" y="158616"/>
                </a:lnTo>
                <a:lnTo>
                  <a:pt x="86881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89;p17">
            <a:extLst>
              <a:ext uri="{FF2B5EF4-FFF2-40B4-BE49-F238E27FC236}">
                <a16:creationId xmlns:a16="http://schemas.microsoft.com/office/drawing/2014/main" id="{A11C3230-9AB0-8DCE-FA51-0B683A605943}"/>
              </a:ext>
            </a:extLst>
          </p:cNvPr>
          <p:cNvSpPr/>
          <p:nvPr/>
        </p:nvSpPr>
        <p:spPr>
          <a:xfrm>
            <a:off x="9625287" y="3532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96202" y="158616"/>
                </a:moveTo>
                <a:lnTo>
                  <a:pt x="183083" y="0"/>
                </a:lnTo>
                <a:lnTo>
                  <a:pt x="0" y="0"/>
                </a:lnTo>
                <a:lnTo>
                  <a:pt x="96202" y="158616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90;p17">
            <a:extLst>
              <a:ext uri="{FF2B5EF4-FFF2-40B4-BE49-F238E27FC236}">
                <a16:creationId xmlns:a16="http://schemas.microsoft.com/office/drawing/2014/main" id="{A9BE062F-0D10-0585-F14A-E59DC875CBB6}"/>
              </a:ext>
            </a:extLst>
          </p:cNvPr>
          <p:cNvSpPr/>
          <p:nvPr/>
        </p:nvSpPr>
        <p:spPr>
          <a:xfrm rot="5400000">
            <a:off x="5851360" y="-2791683"/>
            <a:ext cx="489288" cy="12205992"/>
          </a:xfrm>
          <a:custGeom>
            <a:avLst/>
            <a:gdLst/>
            <a:ahLst/>
            <a:cxnLst/>
            <a:rect l="l" t="t" r="r" b="b"/>
            <a:pathLst>
              <a:path w="406610" h="7908850" extrusionOk="0">
                <a:moveTo>
                  <a:pt x="0" y="0"/>
                </a:moveTo>
                <a:lnTo>
                  <a:pt x="406610" y="0"/>
                </a:lnTo>
                <a:lnTo>
                  <a:pt x="406610" y="7908851"/>
                </a:lnTo>
                <a:lnTo>
                  <a:pt x="0" y="79088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91;p17">
            <a:extLst>
              <a:ext uri="{FF2B5EF4-FFF2-40B4-BE49-F238E27FC236}">
                <a16:creationId xmlns:a16="http://schemas.microsoft.com/office/drawing/2014/main" id="{A826BCC2-788F-6467-7AB6-C4A8997669B5}"/>
              </a:ext>
            </a:extLst>
          </p:cNvPr>
          <p:cNvSpPr/>
          <p:nvPr/>
        </p:nvSpPr>
        <p:spPr>
          <a:xfrm>
            <a:off x="2636042" y="2918943"/>
            <a:ext cx="960551" cy="805131"/>
          </a:xfrm>
          <a:custGeom>
            <a:avLst/>
            <a:gdLst/>
            <a:ahLst/>
            <a:cxnLst/>
            <a:rect l="l" t="t" r="r" b="b"/>
            <a:pathLst>
              <a:path w="798241" h="669084" extrusionOk="0">
                <a:moveTo>
                  <a:pt x="798242" y="669085"/>
                </a:moveTo>
                <a:lnTo>
                  <a:pt x="358676" y="669085"/>
                </a:lnTo>
                <a:lnTo>
                  <a:pt x="0" y="0"/>
                </a:lnTo>
                <a:lnTo>
                  <a:pt x="439565" y="0"/>
                </a:lnTo>
                <a:lnTo>
                  <a:pt x="798242" y="669085"/>
                </a:lnTo>
                <a:close/>
              </a:path>
            </a:pathLst>
          </a:custGeom>
          <a:solidFill>
            <a:srgbClr val="E0CDF7"/>
          </a:solidFill>
          <a:ln>
            <a:solidFill>
              <a:srgbClr val="E0CDF7"/>
            </a:solidFill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7030A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93;p17">
            <a:extLst>
              <a:ext uri="{FF2B5EF4-FFF2-40B4-BE49-F238E27FC236}">
                <a16:creationId xmlns:a16="http://schemas.microsoft.com/office/drawing/2014/main" id="{16BED016-50EA-39D2-36DD-0050E2A8FD4E}"/>
              </a:ext>
            </a:extLst>
          </p:cNvPr>
          <p:cNvSpPr/>
          <p:nvPr/>
        </p:nvSpPr>
        <p:spPr>
          <a:xfrm>
            <a:off x="5711354" y="2918943"/>
            <a:ext cx="957345" cy="805131"/>
          </a:xfrm>
          <a:custGeom>
            <a:avLst/>
            <a:gdLst/>
            <a:ahLst/>
            <a:cxnLst/>
            <a:rect l="l" t="t" r="r" b="b"/>
            <a:pathLst>
              <a:path w="795578" h="669084" extrusionOk="0">
                <a:moveTo>
                  <a:pt x="795578" y="669085"/>
                </a:moveTo>
                <a:lnTo>
                  <a:pt x="358676" y="669085"/>
                </a:lnTo>
                <a:lnTo>
                  <a:pt x="0" y="0"/>
                </a:lnTo>
                <a:lnTo>
                  <a:pt x="436902" y="0"/>
                </a:lnTo>
                <a:lnTo>
                  <a:pt x="795578" y="669085"/>
                </a:lnTo>
                <a:close/>
              </a:path>
            </a:pathLst>
          </a:custGeom>
          <a:solidFill>
            <a:srgbClr val="C7A5F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95;p17">
            <a:extLst>
              <a:ext uri="{FF2B5EF4-FFF2-40B4-BE49-F238E27FC236}">
                <a16:creationId xmlns:a16="http://schemas.microsoft.com/office/drawing/2014/main" id="{7567F754-D765-C1C5-5C62-D1AF2C8F8CB1}"/>
              </a:ext>
            </a:extLst>
          </p:cNvPr>
          <p:cNvSpPr/>
          <p:nvPr/>
        </p:nvSpPr>
        <p:spPr>
          <a:xfrm>
            <a:off x="8783462" y="2918943"/>
            <a:ext cx="957345" cy="805131"/>
          </a:xfrm>
          <a:custGeom>
            <a:avLst/>
            <a:gdLst/>
            <a:ahLst/>
            <a:cxnLst/>
            <a:rect l="l" t="t" r="r" b="b"/>
            <a:pathLst>
              <a:path w="795578" h="669084" extrusionOk="0">
                <a:moveTo>
                  <a:pt x="795579" y="669085"/>
                </a:moveTo>
                <a:lnTo>
                  <a:pt x="358676" y="669085"/>
                </a:lnTo>
                <a:lnTo>
                  <a:pt x="0" y="0"/>
                </a:lnTo>
                <a:lnTo>
                  <a:pt x="437069" y="0"/>
                </a:lnTo>
                <a:lnTo>
                  <a:pt x="795579" y="669085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3" name="Google Shape;96;p17">
            <a:extLst>
              <a:ext uri="{FF2B5EF4-FFF2-40B4-BE49-F238E27FC236}">
                <a16:creationId xmlns:a16="http://schemas.microsoft.com/office/drawing/2014/main" id="{E4A60812-D185-9BEF-3EC7-2673F53D1320}"/>
              </a:ext>
            </a:extLst>
          </p:cNvPr>
          <p:cNvGrpSpPr/>
          <p:nvPr/>
        </p:nvGrpSpPr>
        <p:grpSpPr>
          <a:xfrm>
            <a:off x="2854018" y="1926277"/>
            <a:ext cx="80124" cy="782691"/>
            <a:chOff x="2364491" y="1804200"/>
            <a:chExt cx="54590" cy="533265"/>
          </a:xfrm>
        </p:grpSpPr>
        <p:sp>
          <p:nvSpPr>
            <p:cNvPr id="44" name="Google Shape;97;p17">
              <a:extLst>
                <a:ext uri="{FF2B5EF4-FFF2-40B4-BE49-F238E27FC236}">
                  <a16:creationId xmlns:a16="http://schemas.microsoft.com/office/drawing/2014/main" id="{26715A0A-A03B-941D-960B-F591297E5D1F}"/>
                </a:ext>
              </a:extLst>
            </p:cNvPr>
            <p:cNvSpPr/>
            <p:nvPr/>
          </p:nvSpPr>
          <p:spPr>
            <a:xfrm>
              <a:off x="2387404" y="221714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98;p17">
              <a:extLst>
                <a:ext uri="{FF2B5EF4-FFF2-40B4-BE49-F238E27FC236}">
                  <a16:creationId xmlns:a16="http://schemas.microsoft.com/office/drawing/2014/main" id="{588E2A96-DE95-3625-E917-18A25C4FDFAC}"/>
                </a:ext>
              </a:extLst>
            </p:cNvPr>
            <p:cNvSpPr/>
            <p:nvPr/>
          </p:nvSpPr>
          <p:spPr>
            <a:xfrm>
              <a:off x="2387404" y="226447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99;p17">
              <a:extLst>
                <a:ext uri="{FF2B5EF4-FFF2-40B4-BE49-F238E27FC236}">
                  <a16:creationId xmlns:a16="http://schemas.microsoft.com/office/drawing/2014/main" id="{AEA6499D-4ABD-2797-8B41-F3C0A4480781}"/>
                </a:ext>
              </a:extLst>
            </p:cNvPr>
            <p:cNvSpPr/>
            <p:nvPr/>
          </p:nvSpPr>
          <p:spPr>
            <a:xfrm>
              <a:off x="2387404" y="231167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0;p17">
              <a:extLst>
                <a:ext uri="{FF2B5EF4-FFF2-40B4-BE49-F238E27FC236}">
                  <a16:creationId xmlns:a16="http://schemas.microsoft.com/office/drawing/2014/main" id="{C6FEE7CB-B847-5CCD-5B63-F4A4BA07E75D}"/>
                </a:ext>
              </a:extLst>
            </p:cNvPr>
            <p:cNvSpPr/>
            <p:nvPr/>
          </p:nvSpPr>
          <p:spPr>
            <a:xfrm>
              <a:off x="2387404" y="1933582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1;p17">
              <a:extLst>
                <a:ext uri="{FF2B5EF4-FFF2-40B4-BE49-F238E27FC236}">
                  <a16:creationId xmlns:a16="http://schemas.microsoft.com/office/drawing/2014/main" id="{73B78DA2-5E5F-2232-2804-24BAB764F492}"/>
                </a:ext>
              </a:extLst>
            </p:cNvPr>
            <p:cNvSpPr/>
            <p:nvPr/>
          </p:nvSpPr>
          <p:spPr>
            <a:xfrm>
              <a:off x="2387404" y="2169955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2;p17">
              <a:extLst>
                <a:ext uri="{FF2B5EF4-FFF2-40B4-BE49-F238E27FC236}">
                  <a16:creationId xmlns:a16="http://schemas.microsoft.com/office/drawing/2014/main" id="{2EA0E56F-2970-BF77-8ADC-389BA53DFF02}"/>
                </a:ext>
              </a:extLst>
            </p:cNvPr>
            <p:cNvSpPr/>
            <p:nvPr/>
          </p:nvSpPr>
          <p:spPr>
            <a:xfrm>
              <a:off x="2387404" y="2028104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3;p17">
              <a:extLst>
                <a:ext uri="{FF2B5EF4-FFF2-40B4-BE49-F238E27FC236}">
                  <a16:creationId xmlns:a16="http://schemas.microsoft.com/office/drawing/2014/main" id="{7336E882-324D-EF01-4F00-8DBCA4AEAB26}"/>
                </a:ext>
              </a:extLst>
            </p:cNvPr>
            <p:cNvSpPr/>
            <p:nvPr/>
          </p:nvSpPr>
          <p:spPr>
            <a:xfrm>
              <a:off x="2387404" y="1886389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4;p17">
              <a:extLst>
                <a:ext uri="{FF2B5EF4-FFF2-40B4-BE49-F238E27FC236}">
                  <a16:creationId xmlns:a16="http://schemas.microsoft.com/office/drawing/2014/main" id="{8A446533-B79B-CFC2-5DBF-519EDA536C17}"/>
                </a:ext>
              </a:extLst>
            </p:cNvPr>
            <p:cNvSpPr/>
            <p:nvPr/>
          </p:nvSpPr>
          <p:spPr>
            <a:xfrm>
              <a:off x="2387404" y="198091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5;p17">
              <a:extLst>
                <a:ext uri="{FF2B5EF4-FFF2-40B4-BE49-F238E27FC236}">
                  <a16:creationId xmlns:a16="http://schemas.microsoft.com/office/drawing/2014/main" id="{4EEE19D0-8632-A01B-70B4-B4CE30B87887}"/>
                </a:ext>
              </a:extLst>
            </p:cNvPr>
            <p:cNvSpPr/>
            <p:nvPr/>
          </p:nvSpPr>
          <p:spPr>
            <a:xfrm>
              <a:off x="2387404" y="2075433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6;p17">
              <a:extLst>
                <a:ext uri="{FF2B5EF4-FFF2-40B4-BE49-F238E27FC236}">
                  <a16:creationId xmlns:a16="http://schemas.microsoft.com/office/drawing/2014/main" id="{75EBB469-5E0F-168C-40A9-C66C57956D00}"/>
                </a:ext>
              </a:extLst>
            </p:cNvPr>
            <p:cNvSpPr/>
            <p:nvPr/>
          </p:nvSpPr>
          <p:spPr>
            <a:xfrm>
              <a:off x="2387404" y="2122626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07;p17">
              <a:extLst>
                <a:ext uri="{FF2B5EF4-FFF2-40B4-BE49-F238E27FC236}">
                  <a16:creationId xmlns:a16="http://schemas.microsoft.com/office/drawing/2014/main" id="{D1F54005-E6E5-569F-27B9-2DA346E83A92}"/>
                </a:ext>
              </a:extLst>
            </p:cNvPr>
            <p:cNvSpPr/>
            <p:nvPr/>
          </p:nvSpPr>
          <p:spPr>
            <a:xfrm>
              <a:off x="2364491" y="1804200"/>
              <a:ext cx="54590" cy="61222"/>
            </a:xfrm>
            <a:custGeom>
              <a:avLst/>
              <a:gdLst/>
              <a:ahLst/>
              <a:cxnLst/>
              <a:rect l="l" t="t" r="r" b="b"/>
              <a:pathLst>
                <a:path w="66573" h="74661" extrusionOk="0">
                  <a:moveTo>
                    <a:pt x="66573" y="32885"/>
                  </a:moveTo>
                  <a:cubicBezTo>
                    <a:pt x="66351" y="14502"/>
                    <a:pt x="51268" y="-220"/>
                    <a:pt x="32885" y="2"/>
                  </a:cubicBezTo>
                  <a:cubicBezTo>
                    <a:pt x="14502" y="225"/>
                    <a:pt x="-220" y="15307"/>
                    <a:pt x="2" y="33691"/>
                  </a:cubicBezTo>
                  <a:cubicBezTo>
                    <a:pt x="199" y="49928"/>
                    <a:pt x="12083" y="63655"/>
                    <a:pt x="28126" y="66173"/>
                  </a:cubicBezTo>
                  <a:lnTo>
                    <a:pt x="28126" y="74661"/>
                  </a:lnTo>
                  <a:lnTo>
                    <a:pt x="41441" y="74661"/>
                  </a:lnTo>
                  <a:lnTo>
                    <a:pt x="41441" y="64342"/>
                  </a:lnTo>
                  <a:cubicBezTo>
                    <a:pt x="55929" y="60686"/>
                    <a:pt x="66206" y="47823"/>
                    <a:pt x="66573" y="328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108;p17">
            <a:extLst>
              <a:ext uri="{FF2B5EF4-FFF2-40B4-BE49-F238E27FC236}">
                <a16:creationId xmlns:a16="http://schemas.microsoft.com/office/drawing/2014/main" id="{D9CF4AC6-BD8A-919A-31DC-ACEEED09CB7A}"/>
              </a:ext>
            </a:extLst>
          </p:cNvPr>
          <p:cNvGrpSpPr/>
          <p:nvPr/>
        </p:nvGrpSpPr>
        <p:grpSpPr>
          <a:xfrm>
            <a:off x="5921287" y="1926308"/>
            <a:ext cx="80124" cy="782659"/>
            <a:chOff x="4390117" y="1804221"/>
            <a:chExt cx="54590" cy="533243"/>
          </a:xfrm>
        </p:grpSpPr>
        <p:sp>
          <p:nvSpPr>
            <p:cNvPr id="63" name="Google Shape;109;p17">
              <a:extLst>
                <a:ext uri="{FF2B5EF4-FFF2-40B4-BE49-F238E27FC236}">
                  <a16:creationId xmlns:a16="http://schemas.microsoft.com/office/drawing/2014/main" id="{1FF66734-58F3-8DAC-5730-DC1494DEEE4B}"/>
                </a:ext>
              </a:extLst>
            </p:cNvPr>
            <p:cNvSpPr/>
            <p:nvPr/>
          </p:nvSpPr>
          <p:spPr>
            <a:xfrm>
              <a:off x="4413029" y="221714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;p17">
              <a:extLst>
                <a:ext uri="{FF2B5EF4-FFF2-40B4-BE49-F238E27FC236}">
                  <a16:creationId xmlns:a16="http://schemas.microsoft.com/office/drawing/2014/main" id="{A9EDAB40-6994-615A-31EE-8C35B52F0C28}"/>
                </a:ext>
              </a:extLst>
            </p:cNvPr>
            <p:cNvSpPr/>
            <p:nvPr/>
          </p:nvSpPr>
          <p:spPr>
            <a:xfrm>
              <a:off x="4413029" y="226447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1;p17">
              <a:extLst>
                <a:ext uri="{FF2B5EF4-FFF2-40B4-BE49-F238E27FC236}">
                  <a16:creationId xmlns:a16="http://schemas.microsoft.com/office/drawing/2014/main" id="{7C7D2F99-E0F1-A301-80CA-ACF39B5987E4}"/>
                </a:ext>
              </a:extLst>
            </p:cNvPr>
            <p:cNvSpPr/>
            <p:nvPr/>
          </p:nvSpPr>
          <p:spPr>
            <a:xfrm>
              <a:off x="4413029" y="231167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2;p17">
              <a:extLst>
                <a:ext uri="{FF2B5EF4-FFF2-40B4-BE49-F238E27FC236}">
                  <a16:creationId xmlns:a16="http://schemas.microsoft.com/office/drawing/2014/main" id="{68D2FB41-9EA0-353E-F0E6-6BCC05AD2AEF}"/>
                </a:ext>
              </a:extLst>
            </p:cNvPr>
            <p:cNvSpPr/>
            <p:nvPr/>
          </p:nvSpPr>
          <p:spPr>
            <a:xfrm>
              <a:off x="4413029" y="1933582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3;p17">
              <a:extLst>
                <a:ext uri="{FF2B5EF4-FFF2-40B4-BE49-F238E27FC236}">
                  <a16:creationId xmlns:a16="http://schemas.microsoft.com/office/drawing/2014/main" id="{1733FFDE-86C9-2F2A-0D71-634E004A7383}"/>
                </a:ext>
              </a:extLst>
            </p:cNvPr>
            <p:cNvSpPr/>
            <p:nvPr/>
          </p:nvSpPr>
          <p:spPr>
            <a:xfrm>
              <a:off x="4413029" y="2169955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4;p17">
              <a:extLst>
                <a:ext uri="{FF2B5EF4-FFF2-40B4-BE49-F238E27FC236}">
                  <a16:creationId xmlns:a16="http://schemas.microsoft.com/office/drawing/2014/main" id="{7549F3BD-D183-C4CB-B617-B1A287ED9013}"/>
                </a:ext>
              </a:extLst>
            </p:cNvPr>
            <p:cNvSpPr/>
            <p:nvPr/>
          </p:nvSpPr>
          <p:spPr>
            <a:xfrm>
              <a:off x="4413029" y="2028104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5;p17">
              <a:extLst>
                <a:ext uri="{FF2B5EF4-FFF2-40B4-BE49-F238E27FC236}">
                  <a16:creationId xmlns:a16="http://schemas.microsoft.com/office/drawing/2014/main" id="{A23A63A7-7C10-9253-BDBF-FF8785859E1E}"/>
                </a:ext>
              </a:extLst>
            </p:cNvPr>
            <p:cNvSpPr/>
            <p:nvPr/>
          </p:nvSpPr>
          <p:spPr>
            <a:xfrm>
              <a:off x="4413029" y="1886389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6;p17">
              <a:extLst>
                <a:ext uri="{FF2B5EF4-FFF2-40B4-BE49-F238E27FC236}">
                  <a16:creationId xmlns:a16="http://schemas.microsoft.com/office/drawing/2014/main" id="{0167801B-8FE3-3757-CCB6-AC37F6988178}"/>
                </a:ext>
              </a:extLst>
            </p:cNvPr>
            <p:cNvSpPr/>
            <p:nvPr/>
          </p:nvSpPr>
          <p:spPr>
            <a:xfrm>
              <a:off x="4413029" y="198091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7;p17">
              <a:extLst>
                <a:ext uri="{FF2B5EF4-FFF2-40B4-BE49-F238E27FC236}">
                  <a16:creationId xmlns:a16="http://schemas.microsoft.com/office/drawing/2014/main" id="{F7504B8F-DBFB-8E46-C71D-D70A217A3401}"/>
                </a:ext>
              </a:extLst>
            </p:cNvPr>
            <p:cNvSpPr/>
            <p:nvPr/>
          </p:nvSpPr>
          <p:spPr>
            <a:xfrm>
              <a:off x="4413029" y="2075433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8;p17">
              <a:extLst>
                <a:ext uri="{FF2B5EF4-FFF2-40B4-BE49-F238E27FC236}">
                  <a16:creationId xmlns:a16="http://schemas.microsoft.com/office/drawing/2014/main" id="{2D48939E-17F6-7881-CB6E-398B7405C9EC}"/>
                </a:ext>
              </a:extLst>
            </p:cNvPr>
            <p:cNvSpPr/>
            <p:nvPr/>
          </p:nvSpPr>
          <p:spPr>
            <a:xfrm>
              <a:off x="4413029" y="2122626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9;p17">
              <a:extLst>
                <a:ext uri="{FF2B5EF4-FFF2-40B4-BE49-F238E27FC236}">
                  <a16:creationId xmlns:a16="http://schemas.microsoft.com/office/drawing/2014/main" id="{8A47C6D3-7B64-6A05-EFFC-23AE3057B6A1}"/>
                </a:ext>
              </a:extLst>
            </p:cNvPr>
            <p:cNvSpPr/>
            <p:nvPr/>
          </p:nvSpPr>
          <p:spPr>
            <a:xfrm>
              <a:off x="4390117" y="1804221"/>
              <a:ext cx="54590" cy="61200"/>
            </a:xfrm>
            <a:custGeom>
              <a:avLst/>
              <a:gdLst/>
              <a:ahLst/>
              <a:cxnLst/>
              <a:rect l="l" t="t" r="r" b="b"/>
              <a:pathLst>
                <a:path w="66573" h="74634" extrusionOk="0">
                  <a:moveTo>
                    <a:pt x="66573" y="32859"/>
                  </a:moveTo>
                  <a:cubicBezTo>
                    <a:pt x="66336" y="14476"/>
                    <a:pt x="51241" y="-234"/>
                    <a:pt x="32859" y="3"/>
                  </a:cubicBezTo>
                  <a:cubicBezTo>
                    <a:pt x="14476" y="240"/>
                    <a:pt x="-234" y="15334"/>
                    <a:pt x="3" y="33717"/>
                  </a:cubicBezTo>
                  <a:cubicBezTo>
                    <a:pt x="211" y="49881"/>
                    <a:pt x="12002" y="63559"/>
                    <a:pt x="27959" y="66146"/>
                  </a:cubicBezTo>
                  <a:lnTo>
                    <a:pt x="27959" y="74635"/>
                  </a:lnTo>
                  <a:lnTo>
                    <a:pt x="41274" y="74635"/>
                  </a:lnTo>
                  <a:lnTo>
                    <a:pt x="41274" y="64316"/>
                  </a:lnTo>
                  <a:cubicBezTo>
                    <a:pt x="55828" y="60723"/>
                    <a:pt x="66186" y="47845"/>
                    <a:pt x="66573" y="328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120;p17">
            <a:extLst>
              <a:ext uri="{FF2B5EF4-FFF2-40B4-BE49-F238E27FC236}">
                <a16:creationId xmlns:a16="http://schemas.microsoft.com/office/drawing/2014/main" id="{DEDB8C85-3865-E16E-FD41-99D2CF541007}"/>
              </a:ext>
            </a:extLst>
          </p:cNvPr>
          <p:cNvGrpSpPr/>
          <p:nvPr/>
        </p:nvGrpSpPr>
        <p:grpSpPr>
          <a:xfrm>
            <a:off x="8988555" y="1926277"/>
            <a:ext cx="80124" cy="782691"/>
            <a:chOff x="6544091" y="1804200"/>
            <a:chExt cx="54590" cy="533265"/>
          </a:xfrm>
        </p:grpSpPr>
        <p:sp>
          <p:nvSpPr>
            <p:cNvPr id="82" name="Google Shape;121;p17">
              <a:extLst>
                <a:ext uri="{FF2B5EF4-FFF2-40B4-BE49-F238E27FC236}">
                  <a16:creationId xmlns:a16="http://schemas.microsoft.com/office/drawing/2014/main" id="{B245FB9E-8D33-C5D2-9AE0-AA9AA0948B00}"/>
                </a:ext>
              </a:extLst>
            </p:cNvPr>
            <p:cNvSpPr/>
            <p:nvPr/>
          </p:nvSpPr>
          <p:spPr>
            <a:xfrm>
              <a:off x="6567140" y="221714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22;p17">
              <a:extLst>
                <a:ext uri="{FF2B5EF4-FFF2-40B4-BE49-F238E27FC236}">
                  <a16:creationId xmlns:a16="http://schemas.microsoft.com/office/drawing/2014/main" id="{C7DF3A18-6241-5196-6635-DF99FED687DD}"/>
                </a:ext>
              </a:extLst>
            </p:cNvPr>
            <p:cNvSpPr/>
            <p:nvPr/>
          </p:nvSpPr>
          <p:spPr>
            <a:xfrm>
              <a:off x="6567140" y="226447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23;p17">
              <a:extLst>
                <a:ext uri="{FF2B5EF4-FFF2-40B4-BE49-F238E27FC236}">
                  <a16:creationId xmlns:a16="http://schemas.microsoft.com/office/drawing/2014/main" id="{F54B8B57-C09D-A217-82F1-1BA72705642E}"/>
                </a:ext>
              </a:extLst>
            </p:cNvPr>
            <p:cNvSpPr/>
            <p:nvPr/>
          </p:nvSpPr>
          <p:spPr>
            <a:xfrm>
              <a:off x="6567140" y="231167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24;p17">
              <a:extLst>
                <a:ext uri="{FF2B5EF4-FFF2-40B4-BE49-F238E27FC236}">
                  <a16:creationId xmlns:a16="http://schemas.microsoft.com/office/drawing/2014/main" id="{BED4A9F6-449C-475B-66FB-A69443C0C92F}"/>
                </a:ext>
              </a:extLst>
            </p:cNvPr>
            <p:cNvSpPr/>
            <p:nvPr/>
          </p:nvSpPr>
          <p:spPr>
            <a:xfrm>
              <a:off x="6567140" y="1933582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25;p17">
              <a:extLst>
                <a:ext uri="{FF2B5EF4-FFF2-40B4-BE49-F238E27FC236}">
                  <a16:creationId xmlns:a16="http://schemas.microsoft.com/office/drawing/2014/main" id="{473B7A3D-CD56-0E21-E541-61AF54D69AA4}"/>
                </a:ext>
              </a:extLst>
            </p:cNvPr>
            <p:cNvSpPr/>
            <p:nvPr/>
          </p:nvSpPr>
          <p:spPr>
            <a:xfrm>
              <a:off x="6567140" y="2169955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26;p17">
              <a:extLst>
                <a:ext uri="{FF2B5EF4-FFF2-40B4-BE49-F238E27FC236}">
                  <a16:creationId xmlns:a16="http://schemas.microsoft.com/office/drawing/2014/main" id="{0E41A649-D5D7-782D-6E52-99D927F6A5A2}"/>
                </a:ext>
              </a:extLst>
            </p:cNvPr>
            <p:cNvSpPr/>
            <p:nvPr/>
          </p:nvSpPr>
          <p:spPr>
            <a:xfrm>
              <a:off x="6567140" y="2028104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27;p17">
              <a:extLst>
                <a:ext uri="{FF2B5EF4-FFF2-40B4-BE49-F238E27FC236}">
                  <a16:creationId xmlns:a16="http://schemas.microsoft.com/office/drawing/2014/main" id="{04055A51-1B97-C084-CC7F-17328FF4D1DD}"/>
                </a:ext>
              </a:extLst>
            </p:cNvPr>
            <p:cNvSpPr/>
            <p:nvPr/>
          </p:nvSpPr>
          <p:spPr>
            <a:xfrm>
              <a:off x="6567140" y="1886389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28;p17">
              <a:extLst>
                <a:ext uri="{FF2B5EF4-FFF2-40B4-BE49-F238E27FC236}">
                  <a16:creationId xmlns:a16="http://schemas.microsoft.com/office/drawing/2014/main" id="{CB275B3B-1080-1D3F-3D9C-DB2C9E30CE24}"/>
                </a:ext>
              </a:extLst>
            </p:cNvPr>
            <p:cNvSpPr/>
            <p:nvPr/>
          </p:nvSpPr>
          <p:spPr>
            <a:xfrm>
              <a:off x="6567140" y="198091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29;p17">
              <a:extLst>
                <a:ext uri="{FF2B5EF4-FFF2-40B4-BE49-F238E27FC236}">
                  <a16:creationId xmlns:a16="http://schemas.microsoft.com/office/drawing/2014/main" id="{6B2AD4E6-5DC2-8D30-A932-76164ED86841}"/>
                </a:ext>
              </a:extLst>
            </p:cNvPr>
            <p:cNvSpPr/>
            <p:nvPr/>
          </p:nvSpPr>
          <p:spPr>
            <a:xfrm>
              <a:off x="6567140" y="2075433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30;p17">
              <a:extLst>
                <a:ext uri="{FF2B5EF4-FFF2-40B4-BE49-F238E27FC236}">
                  <a16:creationId xmlns:a16="http://schemas.microsoft.com/office/drawing/2014/main" id="{06F5C309-CBB8-41C8-694D-52FB290711E8}"/>
                </a:ext>
              </a:extLst>
            </p:cNvPr>
            <p:cNvSpPr/>
            <p:nvPr/>
          </p:nvSpPr>
          <p:spPr>
            <a:xfrm>
              <a:off x="6567140" y="2122626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31;p17">
              <a:extLst>
                <a:ext uri="{FF2B5EF4-FFF2-40B4-BE49-F238E27FC236}">
                  <a16:creationId xmlns:a16="http://schemas.microsoft.com/office/drawing/2014/main" id="{57CB2E0C-A628-C534-A6F4-1C95DB2B5A5C}"/>
                </a:ext>
              </a:extLst>
            </p:cNvPr>
            <p:cNvSpPr/>
            <p:nvPr/>
          </p:nvSpPr>
          <p:spPr>
            <a:xfrm>
              <a:off x="6544091" y="1804200"/>
              <a:ext cx="54590" cy="61222"/>
            </a:xfrm>
            <a:custGeom>
              <a:avLst/>
              <a:gdLst/>
              <a:ahLst/>
              <a:cxnLst/>
              <a:rect l="l" t="t" r="r" b="b"/>
              <a:pathLst>
                <a:path w="66573" h="74661" extrusionOk="0">
                  <a:moveTo>
                    <a:pt x="66573" y="32885"/>
                  </a:moveTo>
                  <a:cubicBezTo>
                    <a:pt x="66351" y="14502"/>
                    <a:pt x="51268" y="-220"/>
                    <a:pt x="32885" y="2"/>
                  </a:cubicBezTo>
                  <a:cubicBezTo>
                    <a:pt x="14502" y="225"/>
                    <a:pt x="-220" y="15307"/>
                    <a:pt x="2" y="33691"/>
                  </a:cubicBezTo>
                  <a:cubicBezTo>
                    <a:pt x="199" y="49928"/>
                    <a:pt x="12083" y="63655"/>
                    <a:pt x="28126" y="66173"/>
                  </a:cubicBezTo>
                  <a:lnTo>
                    <a:pt x="28126" y="74661"/>
                  </a:lnTo>
                  <a:lnTo>
                    <a:pt x="41441" y="74661"/>
                  </a:lnTo>
                  <a:lnTo>
                    <a:pt x="41441" y="64342"/>
                  </a:lnTo>
                  <a:cubicBezTo>
                    <a:pt x="55929" y="60686"/>
                    <a:pt x="66206" y="47823"/>
                    <a:pt x="66574" y="328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56;p17">
            <a:extLst>
              <a:ext uri="{FF2B5EF4-FFF2-40B4-BE49-F238E27FC236}">
                <a16:creationId xmlns:a16="http://schemas.microsoft.com/office/drawing/2014/main" id="{8F849045-A027-C8A4-B9A3-C2129EA3FFCD}"/>
              </a:ext>
            </a:extLst>
          </p:cNvPr>
          <p:cNvSpPr txBox="1"/>
          <p:nvPr/>
        </p:nvSpPr>
        <p:spPr>
          <a:xfrm>
            <a:off x="2752849" y="4028891"/>
            <a:ext cx="1061584" cy="5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09/2025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58;p17">
            <a:extLst>
              <a:ext uri="{FF2B5EF4-FFF2-40B4-BE49-F238E27FC236}">
                <a16:creationId xmlns:a16="http://schemas.microsoft.com/office/drawing/2014/main" id="{F1E9ADA6-9C49-F878-2599-AD81A9198001}"/>
              </a:ext>
            </a:extLst>
          </p:cNvPr>
          <p:cNvSpPr txBox="1"/>
          <p:nvPr/>
        </p:nvSpPr>
        <p:spPr>
          <a:xfrm>
            <a:off x="5961347" y="4028891"/>
            <a:ext cx="960400" cy="5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2026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59;p17">
            <a:extLst>
              <a:ext uri="{FF2B5EF4-FFF2-40B4-BE49-F238E27FC236}">
                <a16:creationId xmlns:a16="http://schemas.microsoft.com/office/drawing/2014/main" id="{52A7A49D-E7AC-F1EF-B3D0-E4852B4A68B3}"/>
              </a:ext>
            </a:extLst>
          </p:cNvPr>
          <p:cNvSpPr txBox="1"/>
          <p:nvPr/>
        </p:nvSpPr>
        <p:spPr>
          <a:xfrm>
            <a:off x="9068667" y="4028891"/>
            <a:ext cx="960400" cy="5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2027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3" name="Google Shape;162;p17">
            <a:extLst>
              <a:ext uri="{FF2B5EF4-FFF2-40B4-BE49-F238E27FC236}">
                <a16:creationId xmlns:a16="http://schemas.microsoft.com/office/drawing/2014/main" id="{3D126DF0-1CCF-708C-65B2-0A1E9203916F}"/>
              </a:ext>
            </a:extLst>
          </p:cNvPr>
          <p:cNvSpPr txBox="1"/>
          <p:nvPr/>
        </p:nvSpPr>
        <p:spPr>
          <a:xfrm>
            <a:off x="1553886" y="1872161"/>
            <a:ext cx="2680000" cy="5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Note opportunité</a:t>
            </a:r>
          </a:p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Refonte Bsafe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9" name="Google Shape;168;p17">
            <a:extLst>
              <a:ext uri="{FF2B5EF4-FFF2-40B4-BE49-F238E27FC236}">
                <a16:creationId xmlns:a16="http://schemas.microsoft.com/office/drawing/2014/main" id="{D3C5F475-38E4-BBD3-1A49-292BC610FB03}"/>
              </a:ext>
            </a:extLst>
          </p:cNvPr>
          <p:cNvSpPr txBox="1"/>
          <p:nvPr/>
        </p:nvSpPr>
        <p:spPr>
          <a:xfrm>
            <a:off x="4636779" y="1879174"/>
            <a:ext cx="2680000" cy="5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Conception </a:t>
            </a:r>
          </a:p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nouveau produit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70;p17">
            <a:extLst>
              <a:ext uri="{FF2B5EF4-FFF2-40B4-BE49-F238E27FC236}">
                <a16:creationId xmlns:a16="http://schemas.microsoft.com/office/drawing/2014/main" id="{EEB08ADB-2FB4-32C3-E927-AE38600B62CA}"/>
              </a:ext>
            </a:extLst>
          </p:cNvPr>
          <p:cNvSpPr txBox="1"/>
          <p:nvPr/>
        </p:nvSpPr>
        <p:spPr>
          <a:xfrm>
            <a:off x="7719672" y="1852687"/>
            <a:ext cx="2680000" cy="5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Lancement </a:t>
            </a:r>
          </a:p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nouveau produit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32" name="Image 131">
            <a:extLst>
              <a:ext uri="{FF2B5EF4-FFF2-40B4-BE49-F238E27FC236}">
                <a16:creationId xmlns:a16="http://schemas.microsoft.com/office/drawing/2014/main" id="{51832FF7-1984-6BA1-3B40-1E93844C6CF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AFCFB"/>
              </a:clrFrom>
              <a:clrTo>
                <a:srgbClr val="FAFC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59380" y="2264230"/>
            <a:ext cx="588463" cy="588463"/>
          </a:xfrm>
          <a:prstGeom prst="rect">
            <a:avLst/>
          </a:prstGeom>
        </p:spPr>
      </p:pic>
      <p:pic>
        <p:nvPicPr>
          <p:cNvPr id="134" name="Graphique 133">
            <a:extLst>
              <a:ext uri="{FF2B5EF4-FFF2-40B4-BE49-F238E27FC236}">
                <a16:creationId xmlns:a16="http://schemas.microsoft.com/office/drawing/2014/main" id="{AC222741-85F8-E6A7-2082-410406BAD9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79962" y="2232400"/>
            <a:ext cx="652122" cy="652122"/>
          </a:xfrm>
          <a:prstGeom prst="rect">
            <a:avLst/>
          </a:prstGeom>
        </p:spPr>
      </p:pic>
      <p:pic>
        <p:nvPicPr>
          <p:cNvPr id="136" name="Graphique 135">
            <a:extLst>
              <a:ext uri="{FF2B5EF4-FFF2-40B4-BE49-F238E27FC236}">
                <a16:creationId xmlns:a16="http://schemas.microsoft.com/office/drawing/2014/main" id="{9CDE94E1-A47C-2D8E-18BD-C78054EF07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28081" y="2219645"/>
            <a:ext cx="697395" cy="697395"/>
          </a:xfrm>
          <a:prstGeom prst="rect">
            <a:avLst/>
          </a:prstGeom>
        </p:spPr>
      </p:pic>
      <p:sp>
        <p:nvSpPr>
          <p:cNvPr id="137" name="ZoneTexte 136">
            <a:extLst>
              <a:ext uri="{FF2B5EF4-FFF2-40B4-BE49-F238E27FC236}">
                <a16:creationId xmlns:a16="http://schemas.microsoft.com/office/drawing/2014/main" id="{6E34E20D-094A-4238-1140-33BBBB4384F2}"/>
              </a:ext>
            </a:extLst>
          </p:cNvPr>
          <p:cNvSpPr txBox="1"/>
          <p:nvPr/>
        </p:nvSpPr>
        <p:spPr>
          <a:xfrm>
            <a:off x="3473788" y="4599350"/>
            <a:ext cx="5935517" cy="1751418"/>
          </a:xfrm>
          <a:prstGeom prst="rect">
            <a:avLst/>
          </a:prstGeom>
          <a:noFill/>
          <a:ln w="12700">
            <a:solidFill>
              <a:srgbClr val="E0CDF7"/>
            </a:solidFill>
            <a:prstDash val="dash"/>
          </a:ln>
        </p:spPr>
        <p:txBody>
          <a:bodyPr wrap="square" tIns="90000" bIns="90000" rtlCol="0">
            <a:spAutoFit/>
          </a:bodyPr>
          <a:lstStyle/>
          <a:p>
            <a:pPr lvl="1" algn="ctr"/>
            <a:r>
              <a:rPr lang="fr-FR" sz="1600" b="1" dirty="0">
                <a:solidFill>
                  <a:srgbClr val="000D6E"/>
                </a:solidFill>
              </a:rPr>
              <a:t>Orientations futur produit :</a:t>
            </a:r>
          </a:p>
          <a:p>
            <a:pPr lvl="1"/>
            <a:endParaRPr lang="fr-FR" sz="1400" dirty="0">
              <a:solidFill>
                <a:srgbClr val="000D6E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0D6E"/>
                </a:solidFill>
              </a:rPr>
              <a:t>Simplification importante du produit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0D6E"/>
                </a:solidFill>
              </a:rPr>
              <a:t>Packaging dans la continuité de Home et Drive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0D6E"/>
                </a:solidFill>
              </a:rPr>
              <a:t>Accélération process et outil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00D6E"/>
                </a:solidFill>
              </a:rPr>
              <a:t>Couverture positionnée en vente additionnelle</a:t>
            </a:r>
          </a:p>
          <a:p>
            <a:pPr algn="l"/>
            <a:endParaRPr lang="fr-LU" sz="1600" dirty="0">
              <a:solidFill>
                <a:srgbClr val="000D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92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D2F3-FAF0-D3A2-F8A5-2860D816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0F3EC2-3C7C-A4F0-DBB5-0EF34D0F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6</a:t>
            </a:fld>
            <a:endParaRPr lang="fr-LU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0D2E61D-C311-B344-8B5F-C2DF55A3A597}"/>
              </a:ext>
            </a:extLst>
          </p:cNvPr>
          <p:cNvGrpSpPr/>
          <p:nvPr/>
        </p:nvGrpSpPr>
        <p:grpSpPr>
          <a:xfrm>
            <a:off x="-2288627" y="-2296313"/>
            <a:ext cx="4680000" cy="4680000"/>
            <a:chOff x="3029526" y="577215"/>
            <a:chExt cx="5933244" cy="5846887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807FC557-8311-DD76-D574-09A6FFCE09BB}"/>
                </a:ext>
              </a:extLst>
            </p:cNvPr>
            <p:cNvGrpSpPr/>
            <p:nvPr/>
          </p:nvGrpSpPr>
          <p:grpSpPr>
            <a:xfrm>
              <a:off x="3029526" y="577215"/>
              <a:ext cx="5933244" cy="5846887"/>
              <a:chOff x="2898900" y="644526"/>
              <a:chExt cx="5282513" cy="5414505"/>
            </a:xfrm>
          </p:grpSpPr>
          <p:sp>
            <p:nvSpPr>
              <p:cNvPr id="13" name="Arc partiel 12">
                <a:extLst>
                  <a:ext uri="{FF2B5EF4-FFF2-40B4-BE49-F238E27FC236}">
                    <a16:creationId xmlns:a16="http://schemas.microsoft.com/office/drawing/2014/main" id="{F69404BC-0412-D2AE-E7F9-F69B7D5F761F}"/>
                  </a:ext>
                </a:extLst>
              </p:cNvPr>
              <p:cNvSpPr/>
              <p:nvPr/>
            </p:nvSpPr>
            <p:spPr>
              <a:xfrm>
                <a:off x="2898900" y="644526"/>
                <a:ext cx="5282513" cy="5414505"/>
              </a:xfrm>
              <a:prstGeom prst="pie">
                <a:avLst>
                  <a:gd name="adj1" fmla="val 21576826"/>
                  <a:gd name="adj2" fmla="val 5402777"/>
                </a:avLst>
              </a:prstGeom>
              <a:solidFill>
                <a:srgbClr val="6C2273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8" name="Arc partiel 7">
                <a:extLst>
                  <a:ext uri="{FF2B5EF4-FFF2-40B4-BE49-F238E27FC236}">
                    <a16:creationId xmlns:a16="http://schemas.microsoft.com/office/drawing/2014/main" id="{83DE1467-B1BC-5C29-A3FD-D433F32B9D94}"/>
                  </a:ext>
                </a:extLst>
              </p:cNvPr>
              <p:cNvSpPr/>
              <p:nvPr/>
            </p:nvSpPr>
            <p:spPr>
              <a:xfrm>
                <a:off x="3758173" y="1511302"/>
                <a:ext cx="3572519" cy="3674602"/>
              </a:xfrm>
              <a:prstGeom prst="pie">
                <a:avLst>
                  <a:gd name="adj1" fmla="val 21576826"/>
                  <a:gd name="adj2" fmla="val 5402777"/>
                </a:avLst>
              </a:prstGeom>
              <a:solidFill>
                <a:srgbClr val="6C2273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17BBCAFD-14A9-17AE-F2F6-CF386C178FC6}"/>
                </a:ext>
              </a:extLst>
            </p:cNvPr>
            <p:cNvSpPr txBox="1"/>
            <p:nvPr/>
          </p:nvSpPr>
          <p:spPr>
            <a:xfrm rot="18836808">
              <a:off x="4489751" y="2032570"/>
              <a:ext cx="3012793" cy="2779518"/>
            </a:xfrm>
            <a:prstGeom prst="rect">
              <a:avLst/>
            </a:prstGeom>
            <a:noFill/>
          </p:spPr>
          <p:txBody>
            <a:bodyPr wrap="square" tIns="90000" bIns="90000" rtlCol="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Protection du</a:t>
              </a:r>
            </a:p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futur</a:t>
              </a:r>
              <a:endParaRPr lang="fr-LU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71" name="Graphique 70">
              <a:extLst>
                <a:ext uri="{FF2B5EF4-FFF2-40B4-BE49-F238E27FC236}">
                  <a16:creationId xmlns:a16="http://schemas.microsoft.com/office/drawing/2014/main" id="{5EA0B71C-B695-E63D-85AB-F45E0EEC2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02795" y="4705750"/>
              <a:ext cx="647012" cy="647012"/>
            </a:xfrm>
            <a:prstGeom prst="rect">
              <a:avLst/>
            </a:prstGeom>
          </p:spPr>
        </p:pic>
        <p:pic>
          <p:nvPicPr>
            <p:cNvPr id="73" name="Graphique 72">
              <a:extLst>
                <a:ext uri="{FF2B5EF4-FFF2-40B4-BE49-F238E27FC236}">
                  <a16:creationId xmlns:a16="http://schemas.microsoft.com/office/drawing/2014/main" id="{3EAC67A6-6715-D071-CAA7-4C4DD42E1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13804" y="3821085"/>
              <a:ext cx="651570" cy="651570"/>
            </a:xfrm>
            <a:prstGeom prst="rect">
              <a:avLst/>
            </a:prstGeom>
          </p:spPr>
        </p:pic>
        <p:pic>
          <p:nvPicPr>
            <p:cNvPr id="77" name="Graphique 76">
              <a:extLst>
                <a:ext uri="{FF2B5EF4-FFF2-40B4-BE49-F238E27FC236}">
                  <a16:creationId xmlns:a16="http://schemas.microsoft.com/office/drawing/2014/main" id="{C450F8AF-4E2B-E527-F65E-51E18A34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4768" y="5331447"/>
              <a:ext cx="683989" cy="683989"/>
            </a:xfrm>
            <a:prstGeom prst="rect">
              <a:avLst/>
            </a:prstGeom>
          </p:spPr>
        </p:pic>
      </p:grpSp>
      <p:sp>
        <p:nvSpPr>
          <p:cNvPr id="17" name="Titre 2">
            <a:extLst>
              <a:ext uri="{FF2B5EF4-FFF2-40B4-BE49-F238E27FC236}">
                <a16:creationId xmlns:a16="http://schemas.microsoft.com/office/drawing/2014/main" id="{689F2B71-684B-D34E-E6C8-379EA71D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50" y="215672"/>
            <a:ext cx="11165522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pPr algn="r"/>
            <a:r>
              <a:rPr lang="fr-FR" sz="3100" dirty="0"/>
              <a:t>Préparer l’avenir en 2025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9B8FB07-8CED-ABC0-124B-B5763171C433}"/>
              </a:ext>
            </a:extLst>
          </p:cNvPr>
          <p:cNvSpPr txBox="1"/>
          <p:nvPr/>
        </p:nvSpPr>
        <p:spPr>
          <a:xfrm>
            <a:off x="6966899" y="606532"/>
            <a:ext cx="470916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r"/>
            <a:r>
              <a:rPr lang="fr-FR" sz="1600" dirty="0">
                <a:solidFill>
                  <a:srgbClr val="000D6E"/>
                </a:solidFill>
              </a:rPr>
              <a:t>Sécuriser ses revenus dans le temps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22" name="Google Shape;326;p20">
            <a:extLst>
              <a:ext uri="{FF2B5EF4-FFF2-40B4-BE49-F238E27FC236}">
                <a16:creationId xmlns:a16="http://schemas.microsoft.com/office/drawing/2014/main" id="{F4C38FBA-8BA0-8875-9CD8-F1936F4F8C07}"/>
              </a:ext>
            </a:extLst>
          </p:cNvPr>
          <p:cNvSpPr txBox="1"/>
          <p:nvPr/>
        </p:nvSpPr>
        <p:spPr>
          <a:xfrm>
            <a:off x="8508428" y="2435215"/>
            <a:ext cx="24220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000" b="1" i="1" dirty="0">
                <a:solidFill>
                  <a:schemeClr val="dk1"/>
                </a:solidFill>
                <a:sym typeface="Montserrat SemiBold"/>
              </a:rPr>
              <a:t>Assesment</a:t>
            </a:r>
            <a:endParaRPr sz="2000" b="1" i="1" dirty="0">
              <a:solidFill>
                <a:schemeClr val="dk1"/>
              </a:solidFill>
              <a:sym typeface="Montserrat SemiBold"/>
            </a:endParaRPr>
          </a:p>
        </p:txBody>
      </p:sp>
      <p:sp>
        <p:nvSpPr>
          <p:cNvPr id="23" name="Google Shape;327;p20">
            <a:extLst>
              <a:ext uri="{FF2B5EF4-FFF2-40B4-BE49-F238E27FC236}">
                <a16:creationId xmlns:a16="http://schemas.microsoft.com/office/drawing/2014/main" id="{8201EF82-CB10-FC5B-7D11-364B19EE177D}"/>
              </a:ext>
            </a:extLst>
          </p:cNvPr>
          <p:cNvSpPr txBox="1"/>
          <p:nvPr/>
        </p:nvSpPr>
        <p:spPr>
          <a:xfrm>
            <a:off x="8581848" y="3149713"/>
            <a:ext cx="2899873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Une compétitivité offre renforcée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Un principe de « value for money » à industrialiser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Une logique d’amélioration continue lancée</a:t>
            </a:r>
          </a:p>
        </p:txBody>
      </p:sp>
      <p:sp>
        <p:nvSpPr>
          <p:cNvPr id="24" name="Google Shape;332;p20">
            <a:extLst>
              <a:ext uri="{FF2B5EF4-FFF2-40B4-BE49-F238E27FC236}">
                <a16:creationId xmlns:a16="http://schemas.microsoft.com/office/drawing/2014/main" id="{5DE9178D-4DF1-F76A-4943-B41FC63F5520}"/>
              </a:ext>
            </a:extLst>
          </p:cNvPr>
          <p:cNvSpPr txBox="1"/>
          <p:nvPr/>
        </p:nvSpPr>
        <p:spPr>
          <a:xfrm>
            <a:off x="4915654" y="2751901"/>
            <a:ext cx="3246489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000" b="1" i="1" dirty="0">
                <a:solidFill>
                  <a:schemeClr val="dk1"/>
                </a:solidFill>
                <a:sym typeface="Montserrat SemiBold"/>
              </a:rPr>
              <a:t>La performance</a:t>
            </a:r>
          </a:p>
          <a:p>
            <a:pPr algn="ctr"/>
            <a:r>
              <a:rPr lang="en" sz="105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Période Septembre à décembre</a:t>
            </a:r>
          </a:p>
          <a:p>
            <a:pPr algn="ctr"/>
            <a:r>
              <a:rPr lang="en" sz="105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rPr>
              <a:t>(2025 vs 2024)</a:t>
            </a:r>
            <a:endParaRPr sz="1050" dirty="0">
              <a:solidFill>
                <a:schemeClr val="dk1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" name="Google Shape;333;p20">
            <a:extLst>
              <a:ext uri="{FF2B5EF4-FFF2-40B4-BE49-F238E27FC236}">
                <a16:creationId xmlns:a16="http://schemas.microsoft.com/office/drawing/2014/main" id="{18164A48-CEED-6A34-7205-5A8E11CF3892}"/>
              </a:ext>
            </a:extLst>
          </p:cNvPr>
          <p:cNvSpPr txBox="1"/>
          <p:nvPr/>
        </p:nvSpPr>
        <p:spPr>
          <a:xfrm>
            <a:off x="5462311" y="3149713"/>
            <a:ext cx="259532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Nouvelles affaires</a:t>
            </a:r>
          </a:p>
          <a:p>
            <a:r>
              <a:rPr lang="en" sz="14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Nombre : + 34 %</a:t>
            </a: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sym typeface="Montserrat Medium"/>
              </a:rPr>
              <a:t>Ventilation choix du mode de gestion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Pilotée : 21%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Profilée : 39 %</a:t>
            </a:r>
          </a:p>
          <a:p>
            <a:r>
              <a:rPr lang="en" sz="1400" dirty="0">
                <a:solidFill>
                  <a:schemeClr val="dk1"/>
                </a:solidFill>
                <a:sym typeface="Montserrat Medium"/>
              </a:rPr>
              <a:t>Libre : 41 %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" name="Google Shape;330;p20">
            <a:extLst>
              <a:ext uri="{FF2B5EF4-FFF2-40B4-BE49-F238E27FC236}">
                <a16:creationId xmlns:a16="http://schemas.microsoft.com/office/drawing/2014/main" id="{760A44FC-90C7-F5E1-98A2-508D676D2C4E}"/>
              </a:ext>
            </a:extLst>
          </p:cNvPr>
          <p:cNvSpPr txBox="1"/>
          <p:nvPr/>
        </p:nvSpPr>
        <p:spPr>
          <a:xfrm>
            <a:off x="2190234" y="2648318"/>
            <a:ext cx="259532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050" dirty="0">
                <a:solidFill>
                  <a:schemeClr val="dk1"/>
                </a:solidFill>
                <a:sym typeface="Montserrat Medium"/>
              </a:rPr>
              <a:t>Lancement Evolutions Pension Plan</a:t>
            </a:r>
          </a:p>
          <a:p>
            <a:pPr algn="ctr"/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algn="ctr"/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" name="Google Shape;331;p20">
            <a:extLst>
              <a:ext uri="{FF2B5EF4-FFF2-40B4-BE49-F238E27FC236}">
                <a16:creationId xmlns:a16="http://schemas.microsoft.com/office/drawing/2014/main" id="{8FE27A4A-9C7D-0BC3-BD38-1254FDFD5DC9}"/>
              </a:ext>
            </a:extLst>
          </p:cNvPr>
          <p:cNvSpPr txBox="1"/>
          <p:nvPr/>
        </p:nvSpPr>
        <p:spPr>
          <a:xfrm>
            <a:off x="2287094" y="2444809"/>
            <a:ext cx="2401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000" b="1" i="1" dirty="0">
                <a:solidFill>
                  <a:schemeClr val="dk1"/>
                </a:solidFill>
                <a:sym typeface="Montserrat SemiBold"/>
              </a:rPr>
              <a:t>Les dates clés</a:t>
            </a:r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B5A2338E-5341-6359-95A2-0944825E8054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AFCFB"/>
              </a:clrFrom>
              <a:clrTo>
                <a:srgbClr val="FAFC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95147" y="2301339"/>
            <a:ext cx="588463" cy="588463"/>
          </a:xfrm>
          <a:prstGeom prst="rect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F4864F21-6391-9518-6F71-49E3954C1E3B}"/>
              </a:ext>
            </a:extLst>
          </p:cNvPr>
          <p:cNvSpPr txBox="1"/>
          <p:nvPr/>
        </p:nvSpPr>
        <p:spPr>
          <a:xfrm>
            <a:off x="2156794" y="3168126"/>
            <a:ext cx="2781300" cy="1166643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11/09/2025</a:t>
            </a: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 </a:t>
            </a:r>
          </a:p>
          <a:p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Nouveau catalogue de fonds et choix mode de gestion</a:t>
            </a:r>
          </a:p>
          <a:p>
            <a:pPr algn="l"/>
            <a:endParaRPr lang="fr-LU" sz="1600" dirty="0">
              <a:solidFill>
                <a:srgbClr val="000D6E"/>
              </a:solidFill>
            </a:endParaRPr>
          </a:p>
        </p:txBody>
      </p: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E2D26CD4-EF94-65DB-4F1C-C0A134205714}"/>
              </a:ext>
            </a:extLst>
          </p:cNvPr>
          <p:cNvGrpSpPr/>
          <p:nvPr/>
        </p:nvGrpSpPr>
        <p:grpSpPr>
          <a:xfrm>
            <a:off x="2819327" y="1893228"/>
            <a:ext cx="1225411" cy="485149"/>
            <a:chOff x="921746" y="2137371"/>
            <a:chExt cx="1225411" cy="485149"/>
          </a:xfrm>
        </p:grpSpPr>
        <p:sp>
          <p:nvSpPr>
            <p:cNvPr id="66" name="Google Shape;315;p20">
              <a:extLst>
                <a:ext uri="{FF2B5EF4-FFF2-40B4-BE49-F238E27FC236}">
                  <a16:creationId xmlns:a16="http://schemas.microsoft.com/office/drawing/2014/main" id="{689D3BCA-9B62-EF41-3A02-867CF03FFFE0}"/>
                </a:ext>
              </a:extLst>
            </p:cNvPr>
            <p:cNvSpPr/>
            <p:nvPr/>
          </p:nvSpPr>
          <p:spPr>
            <a:xfrm>
              <a:off x="1427157" y="2137371"/>
              <a:ext cx="720000" cy="432000"/>
            </a:xfrm>
            <a:custGeom>
              <a:avLst/>
              <a:gdLst/>
              <a:ahLst/>
              <a:cxnLst/>
              <a:rect l="l" t="t" r="r" b="b"/>
              <a:pathLst>
                <a:path w="1196169" h="876324" extrusionOk="0">
                  <a:moveTo>
                    <a:pt x="882353" y="864891"/>
                  </a:moveTo>
                  <a:lnTo>
                    <a:pt x="1190433" y="455319"/>
                  </a:lnTo>
                  <a:cubicBezTo>
                    <a:pt x="1198082" y="445164"/>
                    <a:pt x="1198082" y="431172"/>
                    <a:pt x="1190433" y="421018"/>
                  </a:cubicBezTo>
                  <a:lnTo>
                    <a:pt x="882353" y="11446"/>
                  </a:lnTo>
                  <a:cubicBezTo>
                    <a:pt x="876980" y="4219"/>
                    <a:pt x="868492" y="-25"/>
                    <a:pt x="859486" y="12"/>
                  </a:cubicBezTo>
                  <a:lnTo>
                    <a:pt x="2752" y="12"/>
                  </a:lnTo>
                  <a:cubicBezTo>
                    <a:pt x="1375" y="-124"/>
                    <a:pt x="148" y="882"/>
                    <a:pt x="12" y="2260"/>
                  </a:cubicBezTo>
                  <a:cubicBezTo>
                    <a:pt x="-53" y="2917"/>
                    <a:pt x="144" y="3572"/>
                    <a:pt x="560" y="4085"/>
                  </a:cubicBezTo>
                  <a:lnTo>
                    <a:pt x="317567" y="425560"/>
                  </a:lnTo>
                  <a:cubicBezTo>
                    <a:pt x="323206" y="432962"/>
                    <a:pt x="323206" y="443219"/>
                    <a:pt x="317567" y="450620"/>
                  </a:cubicBezTo>
                  <a:lnTo>
                    <a:pt x="560" y="872095"/>
                  </a:lnTo>
                  <a:cubicBezTo>
                    <a:pt x="-306" y="873285"/>
                    <a:pt x="-43" y="874950"/>
                    <a:pt x="1146" y="875815"/>
                  </a:cubicBezTo>
                  <a:cubicBezTo>
                    <a:pt x="1612" y="876154"/>
                    <a:pt x="2176" y="876333"/>
                    <a:pt x="2752" y="876325"/>
                  </a:cubicBezTo>
                  <a:lnTo>
                    <a:pt x="859486" y="876324"/>
                  </a:lnTo>
                  <a:cubicBezTo>
                    <a:pt x="868492" y="876361"/>
                    <a:pt x="876980" y="872117"/>
                    <a:pt x="882353" y="864890"/>
                  </a:cubicBezTo>
                  <a:close/>
                </a:path>
              </a:pathLst>
            </a:custGeom>
            <a:solidFill>
              <a:srgbClr val="E1D9FF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316;p20">
              <a:extLst>
                <a:ext uri="{FF2B5EF4-FFF2-40B4-BE49-F238E27FC236}">
                  <a16:creationId xmlns:a16="http://schemas.microsoft.com/office/drawing/2014/main" id="{4DC4A450-2B41-A4A4-24D7-AC6CCF9D337F}"/>
                </a:ext>
              </a:extLst>
            </p:cNvPr>
            <p:cNvSpPr/>
            <p:nvPr/>
          </p:nvSpPr>
          <p:spPr>
            <a:xfrm>
              <a:off x="921746" y="2137371"/>
              <a:ext cx="720000" cy="432000"/>
            </a:xfrm>
            <a:custGeom>
              <a:avLst/>
              <a:gdLst/>
              <a:ahLst/>
              <a:cxnLst/>
              <a:rect l="l" t="t" r="r" b="b"/>
              <a:pathLst>
                <a:path w="1196169" h="876324" extrusionOk="0">
                  <a:moveTo>
                    <a:pt x="882353" y="864891"/>
                  </a:moveTo>
                  <a:lnTo>
                    <a:pt x="1190433" y="455319"/>
                  </a:lnTo>
                  <a:cubicBezTo>
                    <a:pt x="1198082" y="445164"/>
                    <a:pt x="1198082" y="431172"/>
                    <a:pt x="1190433" y="421018"/>
                  </a:cubicBezTo>
                  <a:lnTo>
                    <a:pt x="882353" y="11446"/>
                  </a:lnTo>
                  <a:cubicBezTo>
                    <a:pt x="877029" y="4243"/>
                    <a:pt x="868600" y="0"/>
                    <a:pt x="859643" y="12"/>
                  </a:cubicBezTo>
                  <a:lnTo>
                    <a:pt x="2752" y="12"/>
                  </a:lnTo>
                  <a:cubicBezTo>
                    <a:pt x="1375" y="-124"/>
                    <a:pt x="148" y="882"/>
                    <a:pt x="12" y="2260"/>
                  </a:cubicBezTo>
                  <a:cubicBezTo>
                    <a:pt x="-53" y="2917"/>
                    <a:pt x="144" y="3572"/>
                    <a:pt x="560" y="4085"/>
                  </a:cubicBezTo>
                  <a:lnTo>
                    <a:pt x="317723" y="425560"/>
                  </a:lnTo>
                  <a:cubicBezTo>
                    <a:pt x="323207" y="433013"/>
                    <a:pt x="323207" y="443166"/>
                    <a:pt x="317723" y="450620"/>
                  </a:cubicBezTo>
                  <a:lnTo>
                    <a:pt x="560" y="872095"/>
                  </a:lnTo>
                  <a:cubicBezTo>
                    <a:pt x="-306" y="873285"/>
                    <a:pt x="-43" y="874950"/>
                    <a:pt x="1146" y="875815"/>
                  </a:cubicBezTo>
                  <a:cubicBezTo>
                    <a:pt x="1612" y="876154"/>
                    <a:pt x="2176" y="876333"/>
                    <a:pt x="2752" y="876325"/>
                  </a:cubicBezTo>
                  <a:lnTo>
                    <a:pt x="859643" y="876324"/>
                  </a:lnTo>
                  <a:cubicBezTo>
                    <a:pt x="868600" y="876337"/>
                    <a:pt x="877029" y="872093"/>
                    <a:pt x="882353" y="864890"/>
                  </a:cubicBez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334;p20">
              <a:extLst>
                <a:ext uri="{FF2B5EF4-FFF2-40B4-BE49-F238E27FC236}">
                  <a16:creationId xmlns:a16="http://schemas.microsoft.com/office/drawing/2014/main" id="{6BB2427F-281D-6F30-2A0B-B8BBA48AF468}"/>
                </a:ext>
              </a:extLst>
            </p:cNvPr>
            <p:cNvSpPr txBox="1"/>
            <p:nvPr/>
          </p:nvSpPr>
          <p:spPr>
            <a:xfrm>
              <a:off x="1584767" y="2154120"/>
              <a:ext cx="504429" cy="4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1.</a:t>
              </a:r>
              <a:endParaRPr sz="2133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70" name="Google Shape;315;p20">
            <a:extLst>
              <a:ext uri="{FF2B5EF4-FFF2-40B4-BE49-F238E27FC236}">
                <a16:creationId xmlns:a16="http://schemas.microsoft.com/office/drawing/2014/main" id="{F7CB49D6-62EC-6972-06C1-D9D82E07B65D}"/>
              </a:ext>
            </a:extLst>
          </p:cNvPr>
          <p:cNvSpPr/>
          <p:nvPr/>
        </p:nvSpPr>
        <p:spPr>
          <a:xfrm>
            <a:off x="6513272" y="1883812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6980" y="4219"/>
                  <a:pt x="868492" y="-25"/>
                  <a:pt x="859486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567" y="425560"/>
                </a:lnTo>
                <a:cubicBezTo>
                  <a:pt x="323206" y="432962"/>
                  <a:pt x="323206" y="443219"/>
                  <a:pt x="317567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486" y="876324"/>
                </a:lnTo>
                <a:cubicBezTo>
                  <a:pt x="868492" y="876361"/>
                  <a:pt x="876980" y="872117"/>
                  <a:pt x="882353" y="864890"/>
                </a:cubicBezTo>
                <a:close/>
              </a:path>
            </a:pathLst>
          </a:custGeom>
          <a:solidFill>
            <a:srgbClr val="B8B2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316;p20">
            <a:extLst>
              <a:ext uri="{FF2B5EF4-FFF2-40B4-BE49-F238E27FC236}">
                <a16:creationId xmlns:a16="http://schemas.microsoft.com/office/drawing/2014/main" id="{1E505725-7C86-22BE-B94E-6F81B1CA9856}"/>
              </a:ext>
            </a:extLst>
          </p:cNvPr>
          <p:cNvSpPr/>
          <p:nvPr/>
        </p:nvSpPr>
        <p:spPr>
          <a:xfrm>
            <a:off x="6007861" y="1883812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7029" y="4243"/>
                  <a:pt x="868600" y="0"/>
                  <a:pt x="859643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723" y="425560"/>
                </a:lnTo>
                <a:cubicBezTo>
                  <a:pt x="323207" y="433013"/>
                  <a:pt x="323207" y="443166"/>
                  <a:pt x="317723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643" y="876324"/>
                </a:lnTo>
                <a:cubicBezTo>
                  <a:pt x="868600" y="876337"/>
                  <a:pt x="877029" y="872093"/>
                  <a:pt x="882353" y="86489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334;p20">
            <a:extLst>
              <a:ext uri="{FF2B5EF4-FFF2-40B4-BE49-F238E27FC236}">
                <a16:creationId xmlns:a16="http://schemas.microsoft.com/office/drawing/2014/main" id="{FA5C2588-B86A-D9F7-B4ED-CDC0C0A32F84}"/>
              </a:ext>
            </a:extLst>
          </p:cNvPr>
          <p:cNvSpPr txBox="1"/>
          <p:nvPr/>
        </p:nvSpPr>
        <p:spPr>
          <a:xfrm>
            <a:off x="6670882" y="1900561"/>
            <a:ext cx="504429" cy="4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133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</a:t>
            </a:r>
            <a:endParaRPr sz="2133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" name="Google Shape;315;p20">
            <a:extLst>
              <a:ext uri="{FF2B5EF4-FFF2-40B4-BE49-F238E27FC236}">
                <a16:creationId xmlns:a16="http://schemas.microsoft.com/office/drawing/2014/main" id="{D6E5C525-8977-9B81-E912-28CC24F4BBD8}"/>
              </a:ext>
            </a:extLst>
          </p:cNvPr>
          <p:cNvSpPr/>
          <p:nvPr/>
        </p:nvSpPr>
        <p:spPr>
          <a:xfrm>
            <a:off x="9643845" y="1895573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6980" y="4219"/>
                  <a:pt x="868492" y="-25"/>
                  <a:pt x="859486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567" y="425560"/>
                </a:lnTo>
                <a:cubicBezTo>
                  <a:pt x="323206" y="432962"/>
                  <a:pt x="323206" y="443219"/>
                  <a:pt x="317567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486" y="876324"/>
                </a:lnTo>
                <a:cubicBezTo>
                  <a:pt x="868492" y="876361"/>
                  <a:pt x="876980" y="872117"/>
                  <a:pt x="882353" y="864890"/>
                </a:cubicBezTo>
                <a:close/>
              </a:path>
            </a:pathLst>
          </a:custGeom>
          <a:solidFill>
            <a:srgbClr val="BE82FA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316;p20">
            <a:extLst>
              <a:ext uri="{FF2B5EF4-FFF2-40B4-BE49-F238E27FC236}">
                <a16:creationId xmlns:a16="http://schemas.microsoft.com/office/drawing/2014/main" id="{062773CB-323E-BB32-19A9-F4EE75D9D0AF}"/>
              </a:ext>
            </a:extLst>
          </p:cNvPr>
          <p:cNvSpPr/>
          <p:nvPr/>
        </p:nvSpPr>
        <p:spPr>
          <a:xfrm>
            <a:off x="9138434" y="1895573"/>
            <a:ext cx="720000" cy="432000"/>
          </a:xfrm>
          <a:custGeom>
            <a:avLst/>
            <a:gdLst/>
            <a:ahLst/>
            <a:cxnLst/>
            <a:rect l="l" t="t" r="r" b="b"/>
            <a:pathLst>
              <a:path w="1196169" h="876324" extrusionOk="0">
                <a:moveTo>
                  <a:pt x="882353" y="864891"/>
                </a:moveTo>
                <a:lnTo>
                  <a:pt x="1190433" y="455319"/>
                </a:lnTo>
                <a:cubicBezTo>
                  <a:pt x="1198082" y="445164"/>
                  <a:pt x="1198082" y="431172"/>
                  <a:pt x="1190433" y="421018"/>
                </a:cubicBezTo>
                <a:lnTo>
                  <a:pt x="882353" y="11446"/>
                </a:lnTo>
                <a:cubicBezTo>
                  <a:pt x="877029" y="4243"/>
                  <a:pt x="868600" y="0"/>
                  <a:pt x="859643" y="12"/>
                </a:cubicBezTo>
                <a:lnTo>
                  <a:pt x="2752" y="12"/>
                </a:lnTo>
                <a:cubicBezTo>
                  <a:pt x="1375" y="-124"/>
                  <a:pt x="148" y="882"/>
                  <a:pt x="12" y="2260"/>
                </a:cubicBezTo>
                <a:cubicBezTo>
                  <a:pt x="-53" y="2917"/>
                  <a:pt x="144" y="3572"/>
                  <a:pt x="560" y="4085"/>
                </a:cubicBezTo>
                <a:lnTo>
                  <a:pt x="317723" y="425560"/>
                </a:lnTo>
                <a:cubicBezTo>
                  <a:pt x="323207" y="433013"/>
                  <a:pt x="323207" y="443166"/>
                  <a:pt x="317723" y="450620"/>
                </a:cubicBezTo>
                <a:lnTo>
                  <a:pt x="560" y="872095"/>
                </a:lnTo>
                <a:cubicBezTo>
                  <a:pt x="-306" y="873285"/>
                  <a:pt x="-43" y="874950"/>
                  <a:pt x="1146" y="875815"/>
                </a:cubicBezTo>
                <a:cubicBezTo>
                  <a:pt x="1612" y="876154"/>
                  <a:pt x="2176" y="876333"/>
                  <a:pt x="2752" y="876325"/>
                </a:cubicBezTo>
                <a:lnTo>
                  <a:pt x="859643" y="876324"/>
                </a:lnTo>
                <a:cubicBezTo>
                  <a:pt x="868600" y="876337"/>
                  <a:pt x="877029" y="872093"/>
                  <a:pt x="882353" y="86489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334;p20">
            <a:extLst>
              <a:ext uri="{FF2B5EF4-FFF2-40B4-BE49-F238E27FC236}">
                <a16:creationId xmlns:a16="http://schemas.microsoft.com/office/drawing/2014/main" id="{FF2841CC-689E-DE68-8159-D7FA9DB31635}"/>
              </a:ext>
            </a:extLst>
          </p:cNvPr>
          <p:cNvSpPr txBox="1"/>
          <p:nvPr/>
        </p:nvSpPr>
        <p:spPr>
          <a:xfrm>
            <a:off x="9801455" y="1912322"/>
            <a:ext cx="504429" cy="4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2133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</a:t>
            </a:r>
            <a:endParaRPr sz="2133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25774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5A6B-D829-4FD6-132E-88E70E8E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2A237B-9665-4AAE-6A48-82A37493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80623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7</a:t>
            </a:fld>
            <a:endParaRPr lang="fr-LU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DEE96379-6422-FF22-EC74-E8D6DD08608F}"/>
              </a:ext>
            </a:extLst>
          </p:cNvPr>
          <p:cNvGrpSpPr/>
          <p:nvPr/>
        </p:nvGrpSpPr>
        <p:grpSpPr>
          <a:xfrm>
            <a:off x="4830103" y="495000"/>
            <a:ext cx="5868000" cy="5868000"/>
            <a:chOff x="1215975" y="552679"/>
            <a:chExt cx="4045386" cy="3793239"/>
          </a:xfrm>
        </p:grpSpPr>
        <p:sp>
          <p:nvSpPr>
            <p:cNvPr id="10" name="Arc partiel 9">
              <a:extLst>
                <a:ext uri="{FF2B5EF4-FFF2-40B4-BE49-F238E27FC236}">
                  <a16:creationId xmlns:a16="http://schemas.microsoft.com/office/drawing/2014/main" id="{3BCBBD0D-24B9-7E26-ECE2-3FE12BB24BA2}"/>
                </a:ext>
              </a:extLst>
            </p:cNvPr>
            <p:cNvSpPr/>
            <p:nvPr/>
          </p:nvSpPr>
          <p:spPr>
            <a:xfrm rot="16200000">
              <a:off x="1342988" y="552684"/>
              <a:ext cx="3793234" cy="3793233"/>
            </a:xfrm>
            <a:prstGeom prst="pie">
              <a:avLst>
                <a:gd name="adj1" fmla="val 21591357"/>
                <a:gd name="adj2" fmla="val 5372399"/>
              </a:avLst>
            </a:prstGeom>
            <a:solidFill>
              <a:srgbClr val="B8B2FF">
                <a:alpha val="40000"/>
              </a:srgbClr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  <p:sp>
          <p:nvSpPr>
            <p:cNvPr id="11" name="Arc partiel 10">
              <a:extLst>
                <a:ext uri="{FF2B5EF4-FFF2-40B4-BE49-F238E27FC236}">
                  <a16:creationId xmlns:a16="http://schemas.microsoft.com/office/drawing/2014/main" id="{BB4B6DD3-FEEE-A9C5-FBE2-9CAF712BE33F}"/>
                </a:ext>
              </a:extLst>
            </p:cNvPr>
            <p:cNvSpPr/>
            <p:nvPr/>
          </p:nvSpPr>
          <p:spPr>
            <a:xfrm rot="10800000">
              <a:off x="1218933" y="552683"/>
              <a:ext cx="4042428" cy="3793233"/>
            </a:xfrm>
            <a:prstGeom prst="pie">
              <a:avLst>
                <a:gd name="adj1" fmla="val 0"/>
                <a:gd name="adj2" fmla="val 5394181"/>
              </a:avLst>
            </a:prstGeom>
            <a:solidFill>
              <a:srgbClr val="BE82FA">
                <a:alpha val="40000"/>
              </a:srgbClr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  <p:sp>
          <p:nvSpPr>
            <p:cNvPr id="12" name="Arc partiel 11">
              <a:extLst>
                <a:ext uri="{FF2B5EF4-FFF2-40B4-BE49-F238E27FC236}">
                  <a16:creationId xmlns:a16="http://schemas.microsoft.com/office/drawing/2014/main" id="{FD6B02AF-4FFE-1BA5-3293-01BC1FBF263B}"/>
                </a:ext>
              </a:extLst>
            </p:cNvPr>
            <p:cNvSpPr/>
            <p:nvPr/>
          </p:nvSpPr>
          <p:spPr>
            <a:xfrm rot="5400000">
              <a:off x="1340573" y="428081"/>
              <a:ext cx="3793232" cy="4042428"/>
            </a:xfrm>
            <a:prstGeom prst="pie">
              <a:avLst>
                <a:gd name="adj1" fmla="val 0"/>
                <a:gd name="adj2" fmla="val 5395547"/>
              </a:avLst>
            </a:prstGeom>
            <a:solidFill>
              <a:srgbClr val="E1D9FF">
                <a:alpha val="40000"/>
              </a:srgbClr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  <p:sp>
          <p:nvSpPr>
            <p:cNvPr id="13" name="Arc partiel 12">
              <a:extLst>
                <a:ext uri="{FF2B5EF4-FFF2-40B4-BE49-F238E27FC236}">
                  <a16:creationId xmlns:a16="http://schemas.microsoft.com/office/drawing/2014/main" id="{3AC594D5-6B49-7150-A1A4-64A694823934}"/>
                </a:ext>
              </a:extLst>
            </p:cNvPr>
            <p:cNvSpPr/>
            <p:nvPr/>
          </p:nvSpPr>
          <p:spPr>
            <a:xfrm>
              <a:off x="1342988" y="552681"/>
              <a:ext cx="3793234" cy="3793233"/>
            </a:xfrm>
            <a:prstGeom prst="pie">
              <a:avLst>
                <a:gd name="adj1" fmla="val 21576826"/>
                <a:gd name="adj2" fmla="val 5402777"/>
              </a:avLst>
            </a:prstGeom>
            <a:solidFill>
              <a:srgbClr val="6C2273">
                <a:alpha val="40000"/>
              </a:srgbClr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57488610-343D-B683-F40A-2F9E7640254A}"/>
              </a:ext>
            </a:extLst>
          </p:cNvPr>
          <p:cNvGrpSpPr/>
          <p:nvPr/>
        </p:nvGrpSpPr>
        <p:grpSpPr>
          <a:xfrm>
            <a:off x="5784756" y="1434373"/>
            <a:ext cx="3996000" cy="3996000"/>
            <a:chOff x="1215975" y="552679"/>
            <a:chExt cx="4045386" cy="3793239"/>
          </a:xfrm>
        </p:grpSpPr>
        <p:sp>
          <p:nvSpPr>
            <p:cNvPr id="4" name="Arc partiel 3">
              <a:extLst>
                <a:ext uri="{FF2B5EF4-FFF2-40B4-BE49-F238E27FC236}">
                  <a16:creationId xmlns:a16="http://schemas.microsoft.com/office/drawing/2014/main" id="{942DAF3E-9563-9F0E-4D2F-0F8FFDD8A241}"/>
                </a:ext>
              </a:extLst>
            </p:cNvPr>
            <p:cNvSpPr/>
            <p:nvPr/>
          </p:nvSpPr>
          <p:spPr>
            <a:xfrm rot="16200000">
              <a:off x="1342988" y="552684"/>
              <a:ext cx="3793234" cy="3793233"/>
            </a:xfrm>
            <a:prstGeom prst="pie">
              <a:avLst>
                <a:gd name="adj1" fmla="val 21591357"/>
                <a:gd name="adj2" fmla="val 5372399"/>
              </a:avLst>
            </a:prstGeom>
            <a:solidFill>
              <a:srgbClr val="B8B2FF"/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  <p:sp>
          <p:nvSpPr>
            <p:cNvPr id="5" name="Arc partiel 4">
              <a:extLst>
                <a:ext uri="{FF2B5EF4-FFF2-40B4-BE49-F238E27FC236}">
                  <a16:creationId xmlns:a16="http://schemas.microsoft.com/office/drawing/2014/main" id="{34B89627-6DD0-CA7A-6FB2-3BF794D0A60A}"/>
                </a:ext>
              </a:extLst>
            </p:cNvPr>
            <p:cNvSpPr/>
            <p:nvPr/>
          </p:nvSpPr>
          <p:spPr>
            <a:xfrm rot="10800000">
              <a:off x="1218933" y="552683"/>
              <a:ext cx="4042428" cy="3793233"/>
            </a:xfrm>
            <a:prstGeom prst="pie">
              <a:avLst>
                <a:gd name="adj1" fmla="val 0"/>
                <a:gd name="adj2" fmla="val 5394181"/>
              </a:avLst>
            </a:prstGeom>
            <a:solidFill>
              <a:srgbClr val="BE82FA"/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  <p:sp>
          <p:nvSpPr>
            <p:cNvPr id="7" name="Arc partiel 6">
              <a:extLst>
                <a:ext uri="{FF2B5EF4-FFF2-40B4-BE49-F238E27FC236}">
                  <a16:creationId xmlns:a16="http://schemas.microsoft.com/office/drawing/2014/main" id="{26D80317-68A4-9E60-215D-782A5288B28A}"/>
                </a:ext>
              </a:extLst>
            </p:cNvPr>
            <p:cNvSpPr/>
            <p:nvPr/>
          </p:nvSpPr>
          <p:spPr>
            <a:xfrm rot="5400000">
              <a:off x="1340573" y="428081"/>
              <a:ext cx="3793232" cy="4042428"/>
            </a:xfrm>
            <a:prstGeom prst="pie">
              <a:avLst>
                <a:gd name="adj1" fmla="val 0"/>
                <a:gd name="adj2" fmla="val 5395547"/>
              </a:avLst>
            </a:prstGeom>
            <a:solidFill>
              <a:srgbClr val="E1D9FF"/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  <p:sp>
          <p:nvSpPr>
            <p:cNvPr id="8" name="Arc partiel 7">
              <a:extLst>
                <a:ext uri="{FF2B5EF4-FFF2-40B4-BE49-F238E27FC236}">
                  <a16:creationId xmlns:a16="http://schemas.microsoft.com/office/drawing/2014/main" id="{6836A021-CCE7-45AE-CC6D-8406167494A6}"/>
                </a:ext>
              </a:extLst>
            </p:cNvPr>
            <p:cNvSpPr/>
            <p:nvPr/>
          </p:nvSpPr>
          <p:spPr>
            <a:xfrm>
              <a:off x="1342988" y="552681"/>
              <a:ext cx="3793234" cy="3793233"/>
            </a:xfrm>
            <a:prstGeom prst="pie">
              <a:avLst>
                <a:gd name="adj1" fmla="val 21576826"/>
                <a:gd name="adj2" fmla="val 5402777"/>
              </a:avLst>
            </a:prstGeom>
            <a:solidFill>
              <a:srgbClr val="6C2273"/>
            </a:solidFill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fr-LU" sz="1600" kern="0" dirty="0">
                <a:solidFill>
                  <a:srgbClr val="000D6E"/>
                </a:solidFill>
                <a:cs typeface="Arial"/>
              </a:endParaRPr>
            </a:p>
          </p:txBody>
        </p:sp>
      </p:grpSp>
      <p:sp>
        <p:nvSpPr>
          <p:cNvPr id="27" name="Google Shape;1051;p36">
            <a:extLst>
              <a:ext uri="{FF2B5EF4-FFF2-40B4-BE49-F238E27FC236}">
                <a16:creationId xmlns:a16="http://schemas.microsoft.com/office/drawing/2014/main" id="{D17D91ED-7782-CD24-189E-237A33DE020C}"/>
              </a:ext>
            </a:extLst>
          </p:cNvPr>
          <p:cNvSpPr/>
          <p:nvPr/>
        </p:nvSpPr>
        <p:spPr>
          <a:xfrm>
            <a:off x="6800161" y="2453659"/>
            <a:ext cx="1944000" cy="1944000"/>
          </a:xfrm>
          <a:custGeom>
            <a:avLst/>
            <a:gdLst/>
            <a:ahLst/>
            <a:cxnLst/>
            <a:rect l="l" t="t" r="r" b="b"/>
            <a:pathLst>
              <a:path w="53234" h="53234" extrusionOk="0">
                <a:moveTo>
                  <a:pt x="26611" y="1"/>
                </a:moveTo>
                <a:cubicBezTo>
                  <a:pt x="11919" y="1"/>
                  <a:pt x="1" y="11919"/>
                  <a:pt x="1" y="26623"/>
                </a:cubicBezTo>
                <a:cubicBezTo>
                  <a:pt x="1" y="40756"/>
                  <a:pt x="11002" y="52317"/>
                  <a:pt x="24920" y="53186"/>
                </a:cubicBezTo>
                <a:cubicBezTo>
                  <a:pt x="25480" y="53222"/>
                  <a:pt x="26051" y="53234"/>
                  <a:pt x="26611" y="53234"/>
                </a:cubicBezTo>
                <a:cubicBezTo>
                  <a:pt x="41315" y="53234"/>
                  <a:pt x="53233" y="41315"/>
                  <a:pt x="53233" y="26623"/>
                </a:cubicBezTo>
                <a:cubicBezTo>
                  <a:pt x="53233" y="17098"/>
                  <a:pt x="48245" y="8740"/>
                  <a:pt x="40732" y="4037"/>
                </a:cubicBezTo>
                <a:cubicBezTo>
                  <a:pt x="36636" y="1477"/>
                  <a:pt x="31802" y="1"/>
                  <a:pt x="26611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lang="en" sz="1600" kern="0" dirty="0">
              <a:solidFill>
                <a:srgbClr val="000D6E"/>
              </a:solidFill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0233B1B-A3F4-DC19-9E96-E3662B83FB2A}"/>
              </a:ext>
            </a:extLst>
          </p:cNvPr>
          <p:cNvSpPr txBox="1"/>
          <p:nvPr/>
        </p:nvSpPr>
        <p:spPr>
          <a:xfrm>
            <a:off x="6975392" y="3383520"/>
            <a:ext cx="1573130" cy="676633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ctr"/>
            <a:r>
              <a:rPr lang="fr-FR" sz="1600" dirty="0">
                <a:solidFill>
                  <a:srgbClr val="000D6E"/>
                </a:solidFill>
              </a:rPr>
              <a:t>Clients Professionnels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C5AD6E8-1EFE-FE84-7968-D8181F8A48FB}"/>
              </a:ext>
            </a:extLst>
          </p:cNvPr>
          <p:cNvSpPr txBox="1"/>
          <p:nvPr/>
        </p:nvSpPr>
        <p:spPr>
          <a:xfrm rot="18921632">
            <a:off x="6301683" y="2108842"/>
            <a:ext cx="3043713" cy="2751282"/>
          </a:xfrm>
          <a:prstGeom prst="rect">
            <a:avLst/>
          </a:prstGeom>
          <a:noFill/>
        </p:spPr>
        <p:txBody>
          <a:bodyPr wrap="square" tIns="90000" bIns="90000" rtlCol="0">
            <a:prstTxWarp prst="textArchUp">
              <a:avLst>
                <a:gd name="adj" fmla="val 10805294"/>
              </a:avLst>
            </a:prstTxWarp>
            <a:spAutoFit/>
          </a:bodyPr>
          <a:lstStyle/>
          <a:p>
            <a:pPr algn="ctr"/>
            <a:r>
              <a:rPr lang="fr-FR" sz="1600" b="1" dirty="0">
                <a:solidFill>
                  <a:srgbClr val="FFFFFF"/>
                </a:solidFill>
              </a:rPr>
              <a:t>Protection des </a:t>
            </a:r>
          </a:p>
          <a:p>
            <a:pPr algn="ctr"/>
            <a:r>
              <a:rPr lang="fr-FR" sz="1600" b="1" dirty="0">
                <a:solidFill>
                  <a:srgbClr val="FFFFFF"/>
                </a:solidFill>
              </a:rPr>
              <a:t>biens</a:t>
            </a:r>
            <a:endParaRPr lang="fr-LU" sz="1600" b="1" dirty="0">
              <a:solidFill>
                <a:srgbClr val="FFFFFF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D871634-956A-E82C-06DB-A14C61F13B15}"/>
              </a:ext>
            </a:extLst>
          </p:cNvPr>
          <p:cNvSpPr txBox="1"/>
          <p:nvPr/>
        </p:nvSpPr>
        <p:spPr>
          <a:xfrm rot="6159575">
            <a:off x="6274898" y="2342874"/>
            <a:ext cx="3012793" cy="2779519"/>
          </a:xfrm>
          <a:prstGeom prst="rect">
            <a:avLst/>
          </a:prstGeom>
          <a:noFill/>
        </p:spPr>
        <p:txBody>
          <a:bodyPr wrap="square" tIns="90000" bIns="90000" rtlCol="0">
            <a:prstTxWarp prst="textArchUp">
              <a:avLst>
                <a:gd name="adj" fmla="val 10807126"/>
              </a:avLst>
            </a:prstTxWarp>
            <a:spAutoFit/>
          </a:bodyPr>
          <a:lstStyle/>
          <a:p>
            <a:pPr algn="l"/>
            <a:r>
              <a:rPr lang="fr-FR" sz="1600" b="1" dirty="0">
                <a:solidFill>
                  <a:srgbClr val="002060"/>
                </a:solidFill>
              </a:rPr>
              <a:t>Protection des</a:t>
            </a:r>
          </a:p>
          <a:p>
            <a:pPr algn="l"/>
            <a:r>
              <a:rPr lang="fr-FR" sz="1600" b="1" dirty="0">
                <a:solidFill>
                  <a:srgbClr val="002060"/>
                </a:solidFill>
              </a:rPr>
              <a:t> personnes</a:t>
            </a:r>
            <a:endParaRPr lang="fr-LU" sz="1600" b="1" dirty="0">
              <a:solidFill>
                <a:srgbClr val="002060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59EDE07-9EB1-A670-4A8D-FD8DA475A331}"/>
              </a:ext>
            </a:extLst>
          </p:cNvPr>
          <p:cNvSpPr txBox="1"/>
          <p:nvPr/>
        </p:nvSpPr>
        <p:spPr>
          <a:xfrm rot="2511951">
            <a:off x="6151839" y="2009961"/>
            <a:ext cx="3006937" cy="2751282"/>
          </a:xfrm>
          <a:prstGeom prst="rect">
            <a:avLst/>
          </a:prstGeom>
          <a:noFill/>
        </p:spPr>
        <p:txBody>
          <a:bodyPr wrap="square" tIns="90000" bIns="90000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fr-FR" sz="1600" b="1" dirty="0">
                <a:solidFill>
                  <a:srgbClr val="002060"/>
                </a:solidFill>
              </a:rPr>
              <a:t>Protection des </a:t>
            </a:r>
          </a:p>
          <a:p>
            <a:pPr algn="ctr"/>
            <a:r>
              <a:rPr lang="fr-FR" sz="1600" b="1" dirty="0">
                <a:solidFill>
                  <a:srgbClr val="002060"/>
                </a:solidFill>
              </a:rPr>
              <a:t>projets</a:t>
            </a:r>
            <a:endParaRPr lang="fr-LU" sz="1600" b="1" dirty="0">
              <a:solidFill>
                <a:srgbClr val="002060"/>
              </a:solidFill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31D9C74-D424-300A-FC12-BEF87E498215}"/>
              </a:ext>
            </a:extLst>
          </p:cNvPr>
          <p:cNvSpPr txBox="1"/>
          <p:nvPr/>
        </p:nvSpPr>
        <p:spPr>
          <a:xfrm rot="18836808">
            <a:off x="6142869" y="2126574"/>
            <a:ext cx="3012793" cy="2779518"/>
          </a:xfrm>
          <a:prstGeom prst="rect">
            <a:avLst/>
          </a:prstGeom>
          <a:noFill/>
        </p:spPr>
        <p:txBody>
          <a:bodyPr wrap="square" tIns="90000" bIns="90000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fr-FR" sz="1600" b="1" dirty="0">
                <a:solidFill>
                  <a:srgbClr val="FFFFFF"/>
                </a:solidFill>
              </a:rPr>
              <a:t>Protection du</a:t>
            </a:r>
          </a:p>
          <a:p>
            <a:pPr algn="ctr"/>
            <a:r>
              <a:rPr lang="fr-FR" sz="1600" b="1" dirty="0">
                <a:solidFill>
                  <a:srgbClr val="FFFFFF"/>
                </a:solidFill>
              </a:rPr>
              <a:t>futur</a:t>
            </a:r>
            <a:endParaRPr lang="fr-LU" sz="1600" b="1" dirty="0">
              <a:solidFill>
                <a:srgbClr val="FFFFFF"/>
              </a:solidFill>
            </a:endParaRPr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1B370CB5-5398-2C0A-EFFA-3E007F948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370" y="1097146"/>
            <a:ext cx="745882" cy="745882"/>
          </a:xfrm>
          <a:prstGeom prst="rect">
            <a:avLst/>
          </a:prstGeom>
        </p:spPr>
      </p:pic>
      <p:pic>
        <p:nvPicPr>
          <p:cNvPr id="65" name="Graphique 64">
            <a:extLst>
              <a:ext uri="{FF2B5EF4-FFF2-40B4-BE49-F238E27FC236}">
                <a16:creationId xmlns:a16="http://schemas.microsoft.com/office/drawing/2014/main" id="{486E5E12-CF79-B751-F85A-E3E8E5A33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9131" y="5399030"/>
            <a:ext cx="596204" cy="596204"/>
          </a:xfrm>
          <a:prstGeom prst="rect">
            <a:avLst/>
          </a:prstGeom>
        </p:spPr>
      </p:pic>
      <p:pic>
        <p:nvPicPr>
          <p:cNvPr id="67" name="Graphique 66">
            <a:extLst>
              <a:ext uri="{FF2B5EF4-FFF2-40B4-BE49-F238E27FC236}">
                <a16:creationId xmlns:a16="http://schemas.microsoft.com/office/drawing/2014/main" id="{AD4A7CC8-5409-3E4E-263D-9A1E8C936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741" y="4892624"/>
            <a:ext cx="528239" cy="528239"/>
          </a:xfrm>
          <a:prstGeom prst="rect">
            <a:avLst/>
          </a:prstGeom>
        </p:spPr>
      </p:pic>
      <p:pic>
        <p:nvPicPr>
          <p:cNvPr id="71" name="Graphique 70">
            <a:extLst>
              <a:ext uri="{FF2B5EF4-FFF2-40B4-BE49-F238E27FC236}">
                <a16:creationId xmlns:a16="http://schemas.microsoft.com/office/drawing/2014/main" id="{49B87655-5D82-2386-FC26-510D2E2D25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62433" y="5156743"/>
            <a:ext cx="647012" cy="647012"/>
          </a:xfrm>
          <a:prstGeom prst="rect">
            <a:avLst/>
          </a:prstGeom>
        </p:spPr>
      </p:pic>
      <p:pic>
        <p:nvPicPr>
          <p:cNvPr id="75" name="Graphique 74">
            <a:extLst>
              <a:ext uri="{FF2B5EF4-FFF2-40B4-BE49-F238E27FC236}">
                <a16:creationId xmlns:a16="http://schemas.microsoft.com/office/drawing/2014/main" id="{30D0228A-31DC-7469-3B93-C27DEA2E5F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3927" y="809513"/>
            <a:ext cx="639287" cy="639287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A4F50742-645C-7F74-48CD-3B3FE6857C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65200" y="2663994"/>
            <a:ext cx="813921" cy="813921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DEFB869E-03AC-DBE2-2BF4-765B8F2CA79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02941" y="715105"/>
            <a:ext cx="787798" cy="787798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F6C55A81-B6BF-AAB1-522C-0D8BD76C0F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93633" y="1750202"/>
            <a:ext cx="745881" cy="745881"/>
          </a:xfrm>
          <a:prstGeom prst="rect">
            <a:avLst/>
          </a:prstGeom>
        </p:spPr>
      </p:pic>
      <p:pic>
        <p:nvPicPr>
          <p:cNvPr id="23" name="Graphique 22">
            <a:extLst>
              <a:ext uri="{FF2B5EF4-FFF2-40B4-BE49-F238E27FC236}">
                <a16:creationId xmlns:a16="http://schemas.microsoft.com/office/drawing/2014/main" id="{52DE8C9D-D6A3-03E8-1965-274757BC02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98949" y="2592828"/>
            <a:ext cx="823075" cy="823075"/>
          </a:xfrm>
          <a:prstGeom prst="rect">
            <a:avLst/>
          </a:prstGeom>
        </p:spPr>
      </p:pic>
      <p:pic>
        <p:nvPicPr>
          <p:cNvPr id="25" name="Graphique 24">
            <a:extLst>
              <a:ext uri="{FF2B5EF4-FFF2-40B4-BE49-F238E27FC236}">
                <a16:creationId xmlns:a16="http://schemas.microsoft.com/office/drawing/2014/main" id="{E5B1F702-F849-3453-356D-204F489F17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7568" y="1405144"/>
            <a:ext cx="654569" cy="654569"/>
          </a:xfrm>
          <a:prstGeom prst="rect">
            <a:avLst/>
          </a:prstGeom>
        </p:spPr>
      </p:pic>
      <p:pic>
        <p:nvPicPr>
          <p:cNvPr id="29" name="Graphique 28">
            <a:extLst>
              <a:ext uri="{FF2B5EF4-FFF2-40B4-BE49-F238E27FC236}">
                <a16:creationId xmlns:a16="http://schemas.microsoft.com/office/drawing/2014/main" id="{91A4EFE4-B9A9-2654-90F0-6B6FAA3C40F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3746" y="3909469"/>
            <a:ext cx="743350" cy="743350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4765AD07-879F-2EA8-0C6D-EA5EE65FE8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80456" y="2379456"/>
            <a:ext cx="569076" cy="569076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B96A7145-4231-93F7-330E-F27DB6B36FD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110041" y="3801613"/>
            <a:ext cx="735914" cy="735914"/>
          </a:xfrm>
          <a:prstGeom prst="rect">
            <a:avLst/>
          </a:prstGeom>
        </p:spPr>
      </p:pic>
      <p:sp>
        <p:nvSpPr>
          <p:cNvPr id="37" name="Titre 2">
            <a:extLst>
              <a:ext uri="{FF2B5EF4-FFF2-40B4-BE49-F238E27FC236}">
                <a16:creationId xmlns:a16="http://schemas.microsoft.com/office/drawing/2014/main" id="{AD172445-2AA7-871D-2091-D28C8F6E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09" y="283208"/>
            <a:ext cx="5435600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LU" sz="3100" dirty="0"/>
              <a:t>Partir de la vision client</a:t>
            </a:r>
            <a:br>
              <a:rPr lang="fr-LU" sz="3100" dirty="0"/>
            </a:br>
            <a:r>
              <a:rPr lang="fr-LU" sz="1800" dirty="0">
                <a:solidFill>
                  <a:srgbClr val="000D6E"/>
                </a:solidFill>
                <a:latin typeface="+mn-lt"/>
                <a:ea typeface="+mn-ea"/>
                <a:cs typeface="+mn-cs"/>
              </a:rPr>
              <a:t>Marché des Professionnels</a:t>
            </a:r>
            <a:br>
              <a:rPr lang="fr-LU" sz="2800" dirty="0"/>
            </a:br>
            <a:endParaRPr lang="fr-LU" sz="2800" dirty="0"/>
          </a:p>
        </p:txBody>
      </p:sp>
    </p:spTree>
    <p:extLst>
      <p:ext uri="{BB962C8B-B14F-4D97-AF65-F5344CB8AC3E}">
        <p14:creationId xmlns:p14="http://schemas.microsoft.com/office/powerpoint/2010/main" val="2663687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6C8E-6B9A-3856-4C6E-846B8B79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08BB79-90AD-E11B-81AE-B2EEE4CC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8</a:t>
            </a:fld>
            <a:endParaRPr lang="fr-LU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D4E24A4-C80A-7F8F-031B-352C21EF7FD3}"/>
              </a:ext>
            </a:extLst>
          </p:cNvPr>
          <p:cNvGrpSpPr/>
          <p:nvPr/>
        </p:nvGrpSpPr>
        <p:grpSpPr>
          <a:xfrm>
            <a:off x="9780821" y="4429970"/>
            <a:ext cx="4680000" cy="4680000"/>
            <a:chOff x="2835484" y="577218"/>
            <a:chExt cx="6323024" cy="5846887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E5A96C99-057B-EC77-AE5A-7B01ED221001}"/>
                </a:ext>
              </a:extLst>
            </p:cNvPr>
            <p:cNvGrpSpPr/>
            <p:nvPr/>
          </p:nvGrpSpPr>
          <p:grpSpPr>
            <a:xfrm>
              <a:off x="2835484" y="577218"/>
              <a:ext cx="6323024" cy="5846887"/>
              <a:chOff x="2726139" y="644529"/>
              <a:chExt cx="5629544" cy="5414505"/>
            </a:xfrm>
          </p:grpSpPr>
          <p:sp>
            <p:nvSpPr>
              <p:cNvPr id="11" name="Arc partiel 10">
                <a:extLst>
                  <a:ext uri="{FF2B5EF4-FFF2-40B4-BE49-F238E27FC236}">
                    <a16:creationId xmlns:a16="http://schemas.microsoft.com/office/drawing/2014/main" id="{592E4989-9E82-127D-944D-D77261B0AD2D}"/>
                  </a:ext>
                </a:extLst>
              </p:cNvPr>
              <p:cNvSpPr/>
              <p:nvPr/>
            </p:nvSpPr>
            <p:spPr>
              <a:xfrm rot="10800000">
                <a:off x="2726139" y="644529"/>
                <a:ext cx="5629544" cy="5414505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5" name="Arc partiel 4">
                <a:extLst>
                  <a:ext uri="{FF2B5EF4-FFF2-40B4-BE49-F238E27FC236}">
                    <a16:creationId xmlns:a16="http://schemas.microsoft.com/office/drawing/2014/main" id="{CCF9DF36-6828-C4E3-33A9-0B3C8DFC02AB}"/>
                  </a:ext>
                </a:extLst>
              </p:cNvPr>
              <p:cNvSpPr/>
              <p:nvPr/>
            </p:nvSpPr>
            <p:spPr>
              <a:xfrm rot="10800000">
                <a:off x="3641336" y="1511304"/>
                <a:ext cx="3807213" cy="3674602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98217E4F-0966-9F2D-FC31-4E8996ABCE6E}"/>
                </a:ext>
              </a:extLst>
            </p:cNvPr>
            <p:cNvSpPr txBox="1"/>
            <p:nvPr/>
          </p:nvSpPr>
          <p:spPr>
            <a:xfrm rot="18921632">
              <a:off x="4475138" y="2276378"/>
              <a:ext cx="3043713" cy="2751282"/>
            </a:xfrm>
            <a:prstGeom prst="rect">
              <a:avLst/>
            </a:prstGeom>
            <a:noFill/>
          </p:spPr>
          <p:txBody>
            <a:bodyPr wrap="square" tIns="90000" bIns="90000" rtlCol="0">
              <a:prstTxWarp prst="textArchUp">
                <a:avLst>
                  <a:gd name="adj" fmla="val 10805294"/>
                </a:avLst>
              </a:prstTxWarp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Protection des </a:t>
              </a:r>
            </a:p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biens</a:t>
              </a:r>
              <a:endParaRPr lang="fr-LU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52275A68-6997-1E77-CBA4-214877661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9691" y="1097146"/>
              <a:ext cx="745882" cy="745882"/>
            </a:xfrm>
            <a:prstGeom prst="rect">
              <a:avLst/>
            </a:prstGeom>
          </p:spPr>
        </p:pic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320F3F25-4358-82AA-4FB2-CB0598353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30262" y="715105"/>
              <a:ext cx="787798" cy="787798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DF89DE5E-7626-4134-BF9B-5F5CDD385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71275" y="1840623"/>
              <a:ext cx="745881" cy="745881"/>
            </a:xfrm>
            <a:prstGeom prst="rect">
              <a:avLst/>
            </a:prstGeom>
          </p:spPr>
        </p:pic>
        <p:pic>
          <p:nvPicPr>
            <p:cNvPr id="23" name="Graphique 22">
              <a:extLst>
                <a:ext uri="{FF2B5EF4-FFF2-40B4-BE49-F238E27FC236}">
                  <a16:creationId xmlns:a16="http://schemas.microsoft.com/office/drawing/2014/main" id="{49DB28D6-3558-13A3-EFD4-3F7D73DF2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57424" y="2592828"/>
              <a:ext cx="823075" cy="823075"/>
            </a:xfrm>
            <a:prstGeom prst="rect">
              <a:avLst/>
            </a:prstGeom>
          </p:spPr>
        </p:pic>
      </p:grpSp>
      <p:sp>
        <p:nvSpPr>
          <p:cNvPr id="19" name="Titre 2">
            <a:extLst>
              <a:ext uri="{FF2B5EF4-FFF2-40B4-BE49-F238E27FC236}">
                <a16:creationId xmlns:a16="http://schemas.microsoft.com/office/drawing/2014/main" id="{0DF9A0AC-5DE1-2D36-1C06-BF92971F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18" y="232410"/>
            <a:ext cx="6852602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LU" sz="3100" dirty="0"/>
              <a:t>La mobilité dans son activité en 2026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84EB8E6-0C23-3546-8302-4F26D8C67793}"/>
              </a:ext>
            </a:extLst>
          </p:cNvPr>
          <p:cNvSpPr txBox="1"/>
          <p:nvPr/>
        </p:nvSpPr>
        <p:spPr>
          <a:xfrm>
            <a:off x="304800" y="613410"/>
            <a:ext cx="496824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fr-FR" sz="1600" dirty="0">
                <a:solidFill>
                  <a:srgbClr val="000D6E"/>
                </a:solidFill>
              </a:rPr>
              <a:t>Se déplacer et travailler sans interruption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63C6683-34F2-2DBB-9626-43EBB370294D}"/>
              </a:ext>
            </a:extLst>
          </p:cNvPr>
          <p:cNvSpPr txBox="1"/>
          <p:nvPr/>
        </p:nvSpPr>
        <p:spPr>
          <a:xfrm>
            <a:off x="3741258" y="2379051"/>
            <a:ext cx="4079119" cy="4213631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Fusion auto et camionnette                 </a:t>
            </a:r>
          </a:p>
          <a:p>
            <a:pPr marL="76200" lvl="2" indent="282575"/>
            <a:r>
              <a:rPr lang="fr-FR" sz="1200" dirty="0">
                <a:solidFill>
                  <a:srgbClr val="000D6E"/>
                </a:solidFill>
              </a:rPr>
              <a:t>(4 roues -3,5t)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Logique de segmentation intégrée </a:t>
            </a:r>
            <a:r>
              <a:rPr lang="fr-FR" sz="1200" dirty="0">
                <a:solidFill>
                  <a:srgbClr val="000D6E"/>
                </a:solidFill>
              </a:rPr>
              <a:t>(segments / sous segments)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Calcul BM automatisé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Gestion véhiculier modernisé </a:t>
            </a:r>
          </a:p>
          <a:p>
            <a:pPr marL="819150" lvl="3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Data externe Auto-vista</a:t>
            </a:r>
          </a:p>
          <a:p>
            <a:pPr marL="819150" lvl="3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Fichier Euro taxe véhicules utilitaires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Questionnaire besoins client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Devis multi formule</a:t>
            </a:r>
          </a:p>
          <a:p>
            <a:pPr marL="3619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Devis d’avenant</a:t>
            </a:r>
            <a:endParaRPr lang="fr-FR" sz="1200" dirty="0">
              <a:solidFill>
                <a:srgbClr val="000D6E"/>
              </a:solidFill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00D6E"/>
              </a:solidFill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00D6E"/>
              </a:solidFill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00D6E"/>
              </a:solidFill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Suppression du BM (Personnes Morales)</a:t>
            </a: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Ajout nouvelles couvertures :</a:t>
            </a:r>
          </a:p>
          <a:p>
            <a:pPr marL="742950" lvl="4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Marchandises et matériels transportés</a:t>
            </a:r>
          </a:p>
          <a:p>
            <a:pPr marL="742950" lvl="4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Frais d’immobilisation</a:t>
            </a:r>
          </a:p>
          <a:p>
            <a:pPr marL="742950" lvl="4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Bris de machines</a:t>
            </a:r>
          </a:p>
        </p:txBody>
      </p:sp>
      <p:sp>
        <p:nvSpPr>
          <p:cNvPr id="42" name="Google Shape;330;p20">
            <a:extLst>
              <a:ext uri="{FF2B5EF4-FFF2-40B4-BE49-F238E27FC236}">
                <a16:creationId xmlns:a16="http://schemas.microsoft.com/office/drawing/2014/main" id="{00C4ACEC-00B6-39BA-8643-37A5B366BD64}"/>
              </a:ext>
            </a:extLst>
          </p:cNvPr>
          <p:cNvSpPr txBox="1"/>
          <p:nvPr/>
        </p:nvSpPr>
        <p:spPr>
          <a:xfrm>
            <a:off x="8524468" y="2265746"/>
            <a:ext cx="2928302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endParaRPr lang="en" sz="1600" b="1" dirty="0">
              <a:solidFill>
                <a:schemeClr val="dk1"/>
              </a:solidFill>
              <a:sym typeface="Montserrat Medium"/>
            </a:endParaRPr>
          </a:p>
          <a:p>
            <a:pPr algn="ctr"/>
            <a:r>
              <a:rPr lang="en" sz="1600" b="1" dirty="0">
                <a:solidFill>
                  <a:schemeClr val="dk1"/>
                </a:solidFill>
                <a:sym typeface="Montserrat Medium"/>
              </a:rPr>
              <a:t>“Drive Professionnel”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Artisan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Commerçant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Profession libérale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Exploitant agricole</a:t>
            </a:r>
          </a:p>
        </p:txBody>
      </p:sp>
      <p:sp>
        <p:nvSpPr>
          <p:cNvPr id="48" name="Signe Plus 47">
            <a:extLst>
              <a:ext uri="{FF2B5EF4-FFF2-40B4-BE49-F238E27FC236}">
                <a16:creationId xmlns:a16="http://schemas.microsoft.com/office/drawing/2014/main" id="{6B76D155-E4BE-8A16-F6B9-698DB5CE2247}"/>
              </a:ext>
            </a:extLst>
          </p:cNvPr>
          <p:cNvSpPr/>
          <p:nvPr/>
        </p:nvSpPr>
        <p:spPr>
          <a:xfrm>
            <a:off x="5598701" y="4772219"/>
            <a:ext cx="497299" cy="522190"/>
          </a:xfrm>
          <a:prstGeom prst="mathPlus">
            <a:avLst/>
          </a:prstGeom>
          <a:solidFill>
            <a:srgbClr val="BE82FA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fr-LU" sz="1600" kern="0" dirty="0">
              <a:solidFill>
                <a:srgbClr val="000D6E"/>
              </a:solidFill>
              <a:cs typeface="Arial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A8C456EA-C04E-DDD4-015A-E58A049DD7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2477" y="3984238"/>
            <a:ext cx="641462" cy="641462"/>
          </a:xfrm>
          <a:prstGeom prst="rect">
            <a:avLst/>
          </a:prstGeom>
        </p:spPr>
      </p:pic>
      <p:sp>
        <p:nvSpPr>
          <p:cNvPr id="50" name="Google Shape;330;p20">
            <a:extLst>
              <a:ext uri="{FF2B5EF4-FFF2-40B4-BE49-F238E27FC236}">
                <a16:creationId xmlns:a16="http://schemas.microsoft.com/office/drawing/2014/main" id="{BFA0C7E8-B723-B212-7245-13B4605FA289}"/>
              </a:ext>
            </a:extLst>
          </p:cNvPr>
          <p:cNvSpPr txBox="1"/>
          <p:nvPr/>
        </p:nvSpPr>
        <p:spPr>
          <a:xfrm>
            <a:off x="394016" y="1930493"/>
            <a:ext cx="259532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600" b="1" dirty="0">
                <a:solidFill>
                  <a:srgbClr val="000D6E"/>
                </a:solidFill>
                <a:ea typeface="Montserrat Medium"/>
                <a:cs typeface="Montserrat Medium"/>
                <a:sym typeface="Montserrat Medium"/>
              </a:rPr>
              <a:t>Elargissement du scope</a:t>
            </a:r>
          </a:p>
        </p:txBody>
      </p:sp>
      <p:pic>
        <p:nvPicPr>
          <p:cNvPr id="51" name="Graphique 50">
            <a:extLst>
              <a:ext uri="{FF2B5EF4-FFF2-40B4-BE49-F238E27FC236}">
                <a16:creationId xmlns:a16="http://schemas.microsoft.com/office/drawing/2014/main" id="{83766BF4-DB99-8B3E-34E3-CD2410A1E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987" y="2504979"/>
            <a:ext cx="723094" cy="572010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C617E4EE-FBC4-9FCF-E80E-401AF3837973}"/>
              </a:ext>
            </a:extLst>
          </p:cNvPr>
          <p:cNvSpPr txBox="1"/>
          <p:nvPr/>
        </p:nvSpPr>
        <p:spPr>
          <a:xfrm>
            <a:off x="394016" y="2453884"/>
            <a:ext cx="1600405" cy="674200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fr-FR" sz="1600" dirty="0">
                <a:solidFill>
                  <a:srgbClr val="000D6E"/>
                </a:solidFill>
              </a:rPr>
              <a:t>Auto professionnelle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A2B26011-38F9-08D0-3A5E-2BFFFEBC54B6}"/>
              </a:ext>
            </a:extLst>
          </p:cNvPr>
          <p:cNvSpPr txBox="1"/>
          <p:nvPr/>
        </p:nvSpPr>
        <p:spPr>
          <a:xfrm>
            <a:off x="394016" y="3195538"/>
            <a:ext cx="1313529" cy="674200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>
                <a:solidFill>
                  <a:srgbClr val="000D6E"/>
                </a:solidFill>
              </a:rPr>
              <a:t>Véhicules utilitaires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947DFFFE-372D-5111-0838-78B4CBD94C48}"/>
              </a:ext>
            </a:extLst>
          </p:cNvPr>
          <p:cNvSpPr txBox="1"/>
          <p:nvPr/>
        </p:nvSpPr>
        <p:spPr>
          <a:xfrm>
            <a:off x="394016" y="3984238"/>
            <a:ext cx="145542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>
                <a:solidFill>
                  <a:srgbClr val="000D6E"/>
                </a:solidFill>
              </a:rPr>
              <a:t>Motocycle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2EE609F-A85D-A3E8-F4D6-0169259A45D1}"/>
              </a:ext>
            </a:extLst>
          </p:cNvPr>
          <p:cNvSpPr txBox="1"/>
          <p:nvPr/>
        </p:nvSpPr>
        <p:spPr>
          <a:xfrm>
            <a:off x="394016" y="4475825"/>
            <a:ext cx="145542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l"/>
            <a:r>
              <a:rPr lang="fr-FR" sz="1600" dirty="0">
                <a:solidFill>
                  <a:srgbClr val="000D6E"/>
                </a:solidFill>
              </a:rPr>
              <a:t>Remorque</a:t>
            </a:r>
            <a:endParaRPr lang="fr-LU" sz="1600" dirty="0">
              <a:solidFill>
                <a:srgbClr val="000D6E"/>
              </a:solidFill>
            </a:endParaRPr>
          </a:p>
        </p:txBody>
      </p:sp>
      <p:pic>
        <p:nvPicPr>
          <p:cNvPr id="57" name="Graphique 56">
            <a:extLst>
              <a:ext uri="{FF2B5EF4-FFF2-40B4-BE49-F238E27FC236}">
                <a16:creationId xmlns:a16="http://schemas.microsoft.com/office/drawing/2014/main" id="{E7673AFA-572D-C1B9-64CB-44AE817FAA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23614" y="3211396"/>
            <a:ext cx="723094" cy="723094"/>
          </a:xfrm>
          <a:prstGeom prst="rect">
            <a:avLst/>
          </a:prstGeom>
        </p:spPr>
      </p:pic>
      <p:sp>
        <p:nvSpPr>
          <p:cNvPr id="58" name="Google Shape;330;p20">
            <a:extLst>
              <a:ext uri="{FF2B5EF4-FFF2-40B4-BE49-F238E27FC236}">
                <a16:creationId xmlns:a16="http://schemas.microsoft.com/office/drawing/2014/main" id="{ED578894-E265-129E-F135-1BA57F41D4E5}"/>
              </a:ext>
            </a:extLst>
          </p:cNvPr>
          <p:cNvSpPr txBox="1"/>
          <p:nvPr/>
        </p:nvSpPr>
        <p:spPr>
          <a:xfrm>
            <a:off x="3687511" y="1930493"/>
            <a:ext cx="2928302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600" b="1" dirty="0">
                <a:solidFill>
                  <a:srgbClr val="000D6E"/>
                </a:solidFill>
                <a:ea typeface="Montserrat Medium"/>
                <a:cs typeface="Montserrat Medium"/>
                <a:sym typeface="Montserrat Medium"/>
              </a:rPr>
              <a:t>Un produit New Generation</a:t>
            </a:r>
          </a:p>
        </p:txBody>
      </p:sp>
      <p:sp>
        <p:nvSpPr>
          <p:cNvPr id="59" name="Google Shape;330;p20">
            <a:extLst>
              <a:ext uri="{FF2B5EF4-FFF2-40B4-BE49-F238E27FC236}">
                <a16:creationId xmlns:a16="http://schemas.microsoft.com/office/drawing/2014/main" id="{1F228FDF-DAC0-76FA-51A9-07CABBEF3FDA}"/>
              </a:ext>
            </a:extLst>
          </p:cNvPr>
          <p:cNvSpPr txBox="1"/>
          <p:nvPr/>
        </p:nvSpPr>
        <p:spPr>
          <a:xfrm>
            <a:off x="8308902" y="1934296"/>
            <a:ext cx="2928302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600" b="1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rPr>
              <a:t>Segmentation intégrée</a:t>
            </a:r>
          </a:p>
          <a:p>
            <a:pPr algn="ctr"/>
            <a:endParaRPr lang="en" sz="16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  <a:p>
            <a:pPr algn="ctr"/>
            <a:endParaRPr lang="en" sz="1400" dirty="0">
              <a:solidFill>
                <a:schemeClr val="dk1"/>
              </a:solidFill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6EC7057D-67AC-E41D-1A13-1A02B4790BC7}"/>
              </a:ext>
            </a:extLst>
          </p:cNvPr>
          <p:cNvSpPr txBox="1"/>
          <p:nvPr/>
        </p:nvSpPr>
        <p:spPr>
          <a:xfrm>
            <a:off x="394017" y="1299279"/>
            <a:ext cx="10901797" cy="523220"/>
          </a:xfrm>
          <a:prstGeom prst="rect">
            <a:avLst/>
          </a:prstGeom>
          <a:solidFill>
            <a:srgbClr val="E1D9FF"/>
          </a:solidFill>
        </p:spPr>
        <p:txBody>
          <a:bodyPr wrap="square">
            <a:spAutoFit/>
          </a:bodyPr>
          <a:lstStyle/>
          <a:p>
            <a:r>
              <a:rPr lang="en" sz="2800" dirty="0">
                <a:latin typeface="Trade Gothic Inline" panose="020F0502020204030204" pitchFamily="34" charset="0"/>
                <a:ea typeface="Montserrat Medium"/>
                <a:cs typeface="Montserrat Medium"/>
                <a:sym typeface="Montserrat Medium"/>
              </a:rPr>
              <a:t>Drive 3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16C94B78-40FE-587E-7684-01334D761C0B}"/>
              </a:ext>
            </a:extLst>
          </p:cNvPr>
          <p:cNvCxnSpPr>
            <a:cxnSpLocks/>
          </p:cNvCxnSpPr>
          <p:nvPr/>
        </p:nvCxnSpPr>
        <p:spPr>
          <a:xfrm>
            <a:off x="3483429" y="2481684"/>
            <a:ext cx="0" cy="389103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82D0676E-6FC0-C037-FF66-A649192565EC}"/>
              </a:ext>
            </a:extLst>
          </p:cNvPr>
          <p:cNvCxnSpPr>
            <a:cxnSpLocks/>
          </p:cNvCxnSpPr>
          <p:nvPr/>
        </p:nvCxnSpPr>
        <p:spPr>
          <a:xfrm>
            <a:off x="8172422" y="2481684"/>
            <a:ext cx="0" cy="3967171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66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58F5E-DA10-C4BB-B712-84E0CF86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26B387-BCB0-2F53-D5E4-B8ED8038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204" y="6310320"/>
            <a:ext cx="438855" cy="27707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DB9DAFF3-9B69-41A6-83F0-6DF007F86D65}" type="slidenum">
              <a:rPr lang="fr-LU" smtClean="0"/>
              <a:pPr>
                <a:spcAft>
                  <a:spcPts val="600"/>
                </a:spcAft>
              </a:pPr>
              <a:t>9</a:t>
            </a:fld>
            <a:endParaRPr lang="fr-LU"/>
          </a:p>
        </p:txBody>
      </p:sp>
      <p:sp>
        <p:nvSpPr>
          <p:cNvPr id="19" name="Titre 2">
            <a:extLst>
              <a:ext uri="{FF2B5EF4-FFF2-40B4-BE49-F238E27FC236}">
                <a16:creationId xmlns:a16="http://schemas.microsoft.com/office/drawing/2014/main" id="{8FC54A2A-56C0-3983-1D12-E6BAD351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18" y="232410"/>
            <a:ext cx="5435600" cy="762001"/>
          </a:xfrm>
        </p:spPr>
        <p:txBody>
          <a:bodyPr vert="horz" lIns="0" tIns="0" rIns="0" bIns="0" rtlCol="0" anchor="t">
            <a:normAutofit fontScale="90000"/>
          </a:bodyPr>
          <a:lstStyle/>
          <a:p>
            <a:r>
              <a:rPr lang="fr-LU" sz="3100" dirty="0"/>
              <a:t>Protéger son activité en 2026</a:t>
            </a:r>
            <a:br>
              <a:rPr lang="fr-LU" sz="2800" dirty="0"/>
            </a:br>
            <a:endParaRPr lang="fr-LU" sz="28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74869A6-F8B4-03EF-C236-B4540C49A64D}"/>
              </a:ext>
            </a:extLst>
          </p:cNvPr>
          <p:cNvSpPr txBox="1"/>
          <p:nvPr/>
        </p:nvSpPr>
        <p:spPr>
          <a:xfrm>
            <a:off x="304800" y="613410"/>
            <a:ext cx="5521760" cy="4279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fr-FR" sz="1600" dirty="0">
                <a:solidFill>
                  <a:srgbClr val="000D6E"/>
                </a:solidFill>
              </a:rPr>
              <a:t>Sécuriser l’outil de travail et la continuité d’exploitation</a:t>
            </a:r>
            <a:endParaRPr lang="fr-LU" sz="1600" dirty="0">
              <a:solidFill>
                <a:srgbClr val="000D6E"/>
              </a:solidFill>
            </a:endParaRPr>
          </a:p>
        </p:txBody>
      </p:sp>
      <p:sp>
        <p:nvSpPr>
          <p:cNvPr id="3" name="Google Shape;80;p17">
            <a:extLst>
              <a:ext uri="{FF2B5EF4-FFF2-40B4-BE49-F238E27FC236}">
                <a16:creationId xmlns:a16="http://schemas.microsoft.com/office/drawing/2014/main" id="{09257B50-409D-B004-18A8-E2791BDBC040}"/>
              </a:ext>
            </a:extLst>
          </p:cNvPr>
          <p:cNvSpPr/>
          <p:nvPr/>
        </p:nvSpPr>
        <p:spPr>
          <a:xfrm>
            <a:off x="2532540" y="2918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86881" y="0"/>
                </a:moveTo>
                <a:lnTo>
                  <a:pt x="0" y="158616"/>
                </a:lnTo>
                <a:lnTo>
                  <a:pt x="183083" y="158616"/>
                </a:lnTo>
                <a:lnTo>
                  <a:pt x="86881" y="0"/>
                </a:lnTo>
                <a:close/>
              </a:path>
            </a:pathLst>
          </a:custGeom>
          <a:solidFill>
            <a:srgbClr val="E0CDF7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;p17">
            <a:extLst>
              <a:ext uri="{FF2B5EF4-FFF2-40B4-BE49-F238E27FC236}">
                <a16:creationId xmlns:a16="http://schemas.microsoft.com/office/drawing/2014/main" id="{7C4E671B-3C84-6E7B-3329-D748B2F9CCDF}"/>
              </a:ext>
            </a:extLst>
          </p:cNvPr>
          <p:cNvSpPr/>
          <p:nvPr/>
        </p:nvSpPr>
        <p:spPr>
          <a:xfrm>
            <a:off x="3480870" y="3532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96202" y="158616"/>
                </a:moveTo>
                <a:lnTo>
                  <a:pt x="183083" y="0"/>
                </a:lnTo>
                <a:lnTo>
                  <a:pt x="0" y="0"/>
                </a:lnTo>
                <a:lnTo>
                  <a:pt x="96202" y="158616"/>
                </a:lnTo>
                <a:close/>
              </a:path>
            </a:pathLst>
          </a:custGeom>
          <a:solidFill>
            <a:srgbClr val="E0CDF7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4;p17">
            <a:extLst>
              <a:ext uri="{FF2B5EF4-FFF2-40B4-BE49-F238E27FC236}">
                <a16:creationId xmlns:a16="http://schemas.microsoft.com/office/drawing/2014/main" id="{A60BE2F9-0E4D-1132-E574-0FFBD8778892}"/>
              </a:ext>
            </a:extLst>
          </p:cNvPr>
          <p:cNvSpPr/>
          <p:nvPr/>
        </p:nvSpPr>
        <p:spPr>
          <a:xfrm>
            <a:off x="5606251" y="2918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86881" y="0"/>
                </a:moveTo>
                <a:lnTo>
                  <a:pt x="0" y="158616"/>
                </a:lnTo>
                <a:lnTo>
                  <a:pt x="183083" y="158616"/>
                </a:lnTo>
                <a:lnTo>
                  <a:pt x="86881" y="0"/>
                </a:lnTo>
                <a:close/>
              </a:path>
            </a:pathLst>
          </a:custGeom>
          <a:solidFill>
            <a:srgbClr val="C7A5F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5;p17">
            <a:extLst>
              <a:ext uri="{FF2B5EF4-FFF2-40B4-BE49-F238E27FC236}">
                <a16:creationId xmlns:a16="http://schemas.microsoft.com/office/drawing/2014/main" id="{22032AC2-5362-8F2C-1BCB-98AC67D04DB2}"/>
              </a:ext>
            </a:extLst>
          </p:cNvPr>
          <p:cNvSpPr/>
          <p:nvPr/>
        </p:nvSpPr>
        <p:spPr>
          <a:xfrm>
            <a:off x="6553078" y="3532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96036" y="158616"/>
                </a:moveTo>
                <a:lnTo>
                  <a:pt x="183083" y="0"/>
                </a:lnTo>
                <a:lnTo>
                  <a:pt x="0" y="0"/>
                </a:lnTo>
                <a:lnTo>
                  <a:pt x="96036" y="158616"/>
                </a:lnTo>
                <a:close/>
              </a:path>
            </a:pathLst>
          </a:custGeom>
          <a:solidFill>
            <a:srgbClr val="C7A5F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268EED43-6604-4612-8046-34F10C64986F}"/>
              </a:ext>
            </a:extLst>
          </p:cNvPr>
          <p:cNvSpPr/>
          <p:nvPr/>
        </p:nvSpPr>
        <p:spPr>
          <a:xfrm>
            <a:off x="8679962" y="2918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86881" y="0"/>
                </a:moveTo>
                <a:lnTo>
                  <a:pt x="0" y="158616"/>
                </a:lnTo>
                <a:lnTo>
                  <a:pt x="183083" y="158616"/>
                </a:lnTo>
                <a:lnTo>
                  <a:pt x="86881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9;p17">
            <a:extLst>
              <a:ext uri="{FF2B5EF4-FFF2-40B4-BE49-F238E27FC236}">
                <a16:creationId xmlns:a16="http://schemas.microsoft.com/office/drawing/2014/main" id="{EC7B9929-48CA-12C6-3304-624D2726EED3}"/>
              </a:ext>
            </a:extLst>
          </p:cNvPr>
          <p:cNvSpPr/>
          <p:nvPr/>
        </p:nvSpPr>
        <p:spPr>
          <a:xfrm>
            <a:off x="9625287" y="3532943"/>
            <a:ext cx="220309" cy="190868"/>
          </a:xfrm>
          <a:custGeom>
            <a:avLst/>
            <a:gdLst/>
            <a:ahLst/>
            <a:cxnLst/>
            <a:rect l="l" t="t" r="r" b="b"/>
            <a:pathLst>
              <a:path w="183082" h="158616" extrusionOk="0">
                <a:moveTo>
                  <a:pt x="96202" y="158616"/>
                </a:moveTo>
                <a:lnTo>
                  <a:pt x="183083" y="0"/>
                </a:lnTo>
                <a:lnTo>
                  <a:pt x="0" y="0"/>
                </a:lnTo>
                <a:lnTo>
                  <a:pt x="96202" y="158616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0;p17">
            <a:extLst>
              <a:ext uri="{FF2B5EF4-FFF2-40B4-BE49-F238E27FC236}">
                <a16:creationId xmlns:a16="http://schemas.microsoft.com/office/drawing/2014/main" id="{BBBD2D45-BF6F-B751-B48F-35BBB30B3D63}"/>
              </a:ext>
            </a:extLst>
          </p:cNvPr>
          <p:cNvSpPr/>
          <p:nvPr/>
        </p:nvSpPr>
        <p:spPr>
          <a:xfrm rot="5400000">
            <a:off x="5851360" y="-2791683"/>
            <a:ext cx="489288" cy="12205992"/>
          </a:xfrm>
          <a:custGeom>
            <a:avLst/>
            <a:gdLst/>
            <a:ahLst/>
            <a:cxnLst/>
            <a:rect l="l" t="t" r="r" b="b"/>
            <a:pathLst>
              <a:path w="406610" h="7908850" extrusionOk="0">
                <a:moveTo>
                  <a:pt x="0" y="0"/>
                </a:moveTo>
                <a:lnTo>
                  <a:pt x="406610" y="0"/>
                </a:lnTo>
                <a:lnTo>
                  <a:pt x="406610" y="7908851"/>
                </a:lnTo>
                <a:lnTo>
                  <a:pt x="0" y="79088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91;p17">
            <a:extLst>
              <a:ext uri="{FF2B5EF4-FFF2-40B4-BE49-F238E27FC236}">
                <a16:creationId xmlns:a16="http://schemas.microsoft.com/office/drawing/2014/main" id="{CFAD4053-679A-F184-2DB8-430E4CB6D1A5}"/>
              </a:ext>
            </a:extLst>
          </p:cNvPr>
          <p:cNvSpPr/>
          <p:nvPr/>
        </p:nvSpPr>
        <p:spPr>
          <a:xfrm>
            <a:off x="2636042" y="2918943"/>
            <a:ext cx="960551" cy="805131"/>
          </a:xfrm>
          <a:custGeom>
            <a:avLst/>
            <a:gdLst/>
            <a:ahLst/>
            <a:cxnLst/>
            <a:rect l="l" t="t" r="r" b="b"/>
            <a:pathLst>
              <a:path w="798241" h="669084" extrusionOk="0">
                <a:moveTo>
                  <a:pt x="798242" y="669085"/>
                </a:moveTo>
                <a:lnTo>
                  <a:pt x="358676" y="669085"/>
                </a:lnTo>
                <a:lnTo>
                  <a:pt x="0" y="0"/>
                </a:lnTo>
                <a:lnTo>
                  <a:pt x="439565" y="0"/>
                </a:lnTo>
                <a:lnTo>
                  <a:pt x="798242" y="669085"/>
                </a:lnTo>
                <a:close/>
              </a:path>
            </a:pathLst>
          </a:custGeom>
          <a:solidFill>
            <a:srgbClr val="E0CDF7"/>
          </a:solidFill>
          <a:ln>
            <a:solidFill>
              <a:srgbClr val="E0CDF7"/>
            </a:solidFill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7030A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93;p17">
            <a:extLst>
              <a:ext uri="{FF2B5EF4-FFF2-40B4-BE49-F238E27FC236}">
                <a16:creationId xmlns:a16="http://schemas.microsoft.com/office/drawing/2014/main" id="{255697D5-0F87-A8EA-6E96-A9C1E5ACE918}"/>
              </a:ext>
            </a:extLst>
          </p:cNvPr>
          <p:cNvSpPr/>
          <p:nvPr/>
        </p:nvSpPr>
        <p:spPr>
          <a:xfrm>
            <a:off x="5711354" y="2918943"/>
            <a:ext cx="957345" cy="805131"/>
          </a:xfrm>
          <a:custGeom>
            <a:avLst/>
            <a:gdLst/>
            <a:ahLst/>
            <a:cxnLst/>
            <a:rect l="l" t="t" r="r" b="b"/>
            <a:pathLst>
              <a:path w="795578" h="669084" extrusionOk="0">
                <a:moveTo>
                  <a:pt x="795578" y="669085"/>
                </a:moveTo>
                <a:lnTo>
                  <a:pt x="358676" y="669085"/>
                </a:lnTo>
                <a:lnTo>
                  <a:pt x="0" y="0"/>
                </a:lnTo>
                <a:lnTo>
                  <a:pt x="436902" y="0"/>
                </a:lnTo>
                <a:lnTo>
                  <a:pt x="795578" y="669085"/>
                </a:lnTo>
                <a:close/>
              </a:path>
            </a:pathLst>
          </a:custGeom>
          <a:solidFill>
            <a:srgbClr val="C7A5F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95;p17">
            <a:extLst>
              <a:ext uri="{FF2B5EF4-FFF2-40B4-BE49-F238E27FC236}">
                <a16:creationId xmlns:a16="http://schemas.microsoft.com/office/drawing/2014/main" id="{94F3E628-1EC1-903D-473A-34B3477B6F01}"/>
              </a:ext>
            </a:extLst>
          </p:cNvPr>
          <p:cNvSpPr/>
          <p:nvPr/>
        </p:nvSpPr>
        <p:spPr>
          <a:xfrm>
            <a:off x="8783462" y="2918943"/>
            <a:ext cx="957345" cy="805131"/>
          </a:xfrm>
          <a:custGeom>
            <a:avLst/>
            <a:gdLst/>
            <a:ahLst/>
            <a:cxnLst/>
            <a:rect l="l" t="t" r="r" b="b"/>
            <a:pathLst>
              <a:path w="795578" h="669084" extrusionOk="0">
                <a:moveTo>
                  <a:pt x="795579" y="669085"/>
                </a:moveTo>
                <a:lnTo>
                  <a:pt x="358676" y="669085"/>
                </a:lnTo>
                <a:lnTo>
                  <a:pt x="0" y="0"/>
                </a:lnTo>
                <a:lnTo>
                  <a:pt x="437069" y="0"/>
                </a:lnTo>
                <a:lnTo>
                  <a:pt x="795579" y="669085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96;p17">
            <a:extLst>
              <a:ext uri="{FF2B5EF4-FFF2-40B4-BE49-F238E27FC236}">
                <a16:creationId xmlns:a16="http://schemas.microsoft.com/office/drawing/2014/main" id="{0C8EB6D2-0D68-AD96-050E-0DDF142B89C3}"/>
              </a:ext>
            </a:extLst>
          </p:cNvPr>
          <p:cNvGrpSpPr/>
          <p:nvPr/>
        </p:nvGrpSpPr>
        <p:grpSpPr>
          <a:xfrm>
            <a:off x="2854018" y="1926277"/>
            <a:ext cx="80124" cy="782691"/>
            <a:chOff x="2364491" y="1804200"/>
            <a:chExt cx="54590" cy="533265"/>
          </a:xfrm>
        </p:grpSpPr>
        <p:sp>
          <p:nvSpPr>
            <p:cNvPr id="20" name="Google Shape;97;p17">
              <a:extLst>
                <a:ext uri="{FF2B5EF4-FFF2-40B4-BE49-F238E27FC236}">
                  <a16:creationId xmlns:a16="http://schemas.microsoft.com/office/drawing/2014/main" id="{589146EC-6112-8B8F-411A-EABF9FF1F9E1}"/>
                </a:ext>
              </a:extLst>
            </p:cNvPr>
            <p:cNvSpPr/>
            <p:nvPr/>
          </p:nvSpPr>
          <p:spPr>
            <a:xfrm>
              <a:off x="2387404" y="221714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98;p17">
              <a:extLst>
                <a:ext uri="{FF2B5EF4-FFF2-40B4-BE49-F238E27FC236}">
                  <a16:creationId xmlns:a16="http://schemas.microsoft.com/office/drawing/2014/main" id="{6591D28F-0A8F-25EE-0676-C186D67278BD}"/>
                </a:ext>
              </a:extLst>
            </p:cNvPr>
            <p:cNvSpPr/>
            <p:nvPr/>
          </p:nvSpPr>
          <p:spPr>
            <a:xfrm>
              <a:off x="2387404" y="226447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99;p17">
              <a:extLst>
                <a:ext uri="{FF2B5EF4-FFF2-40B4-BE49-F238E27FC236}">
                  <a16:creationId xmlns:a16="http://schemas.microsoft.com/office/drawing/2014/main" id="{340B46B7-BF9B-58EB-9EE1-48225DC83749}"/>
                </a:ext>
              </a:extLst>
            </p:cNvPr>
            <p:cNvSpPr/>
            <p:nvPr/>
          </p:nvSpPr>
          <p:spPr>
            <a:xfrm>
              <a:off x="2387404" y="231167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0;p17">
              <a:extLst>
                <a:ext uri="{FF2B5EF4-FFF2-40B4-BE49-F238E27FC236}">
                  <a16:creationId xmlns:a16="http://schemas.microsoft.com/office/drawing/2014/main" id="{F4128375-5778-6171-4B06-52381AAD2331}"/>
                </a:ext>
              </a:extLst>
            </p:cNvPr>
            <p:cNvSpPr/>
            <p:nvPr/>
          </p:nvSpPr>
          <p:spPr>
            <a:xfrm>
              <a:off x="2387404" y="1933582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1;p17">
              <a:extLst>
                <a:ext uri="{FF2B5EF4-FFF2-40B4-BE49-F238E27FC236}">
                  <a16:creationId xmlns:a16="http://schemas.microsoft.com/office/drawing/2014/main" id="{FC4B1885-16E3-D7BE-DD83-8C65D1970134}"/>
                </a:ext>
              </a:extLst>
            </p:cNvPr>
            <p:cNvSpPr/>
            <p:nvPr/>
          </p:nvSpPr>
          <p:spPr>
            <a:xfrm>
              <a:off x="2387404" y="2169955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2;p17">
              <a:extLst>
                <a:ext uri="{FF2B5EF4-FFF2-40B4-BE49-F238E27FC236}">
                  <a16:creationId xmlns:a16="http://schemas.microsoft.com/office/drawing/2014/main" id="{8431897D-EF9C-50C7-D510-9656519DA8BC}"/>
                </a:ext>
              </a:extLst>
            </p:cNvPr>
            <p:cNvSpPr/>
            <p:nvPr/>
          </p:nvSpPr>
          <p:spPr>
            <a:xfrm>
              <a:off x="2387404" y="2028104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3;p17">
              <a:extLst>
                <a:ext uri="{FF2B5EF4-FFF2-40B4-BE49-F238E27FC236}">
                  <a16:creationId xmlns:a16="http://schemas.microsoft.com/office/drawing/2014/main" id="{3442166B-C8A5-4A6C-B715-7D671268007B}"/>
                </a:ext>
              </a:extLst>
            </p:cNvPr>
            <p:cNvSpPr/>
            <p:nvPr/>
          </p:nvSpPr>
          <p:spPr>
            <a:xfrm>
              <a:off x="2387404" y="1886389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4;p17">
              <a:extLst>
                <a:ext uri="{FF2B5EF4-FFF2-40B4-BE49-F238E27FC236}">
                  <a16:creationId xmlns:a16="http://schemas.microsoft.com/office/drawing/2014/main" id="{50540F14-9D1E-F6F6-AB77-F29C9AF03911}"/>
                </a:ext>
              </a:extLst>
            </p:cNvPr>
            <p:cNvSpPr/>
            <p:nvPr/>
          </p:nvSpPr>
          <p:spPr>
            <a:xfrm>
              <a:off x="2387404" y="198091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5;p17">
              <a:extLst>
                <a:ext uri="{FF2B5EF4-FFF2-40B4-BE49-F238E27FC236}">
                  <a16:creationId xmlns:a16="http://schemas.microsoft.com/office/drawing/2014/main" id="{9D0294B8-CCE1-8DA0-CFA7-A1D20C97888F}"/>
                </a:ext>
              </a:extLst>
            </p:cNvPr>
            <p:cNvSpPr/>
            <p:nvPr/>
          </p:nvSpPr>
          <p:spPr>
            <a:xfrm>
              <a:off x="2387404" y="2075433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6;p17">
              <a:extLst>
                <a:ext uri="{FF2B5EF4-FFF2-40B4-BE49-F238E27FC236}">
                  <a16:creationId xmlns:a16="http://schemas.microsoft.com/office/drawing/2014/main" id="{9C415250-9FE5-1943-CD49-A787F704DBBC}"/>
                </a:ext>
              </a:extLst>
            </p:cNvPr>
            <p:cNvSpPr/>
            <p:nvPr/>
          </p:nvSpPr>
          <p:spPr>
            <a:xfrm>
              <a:off x="2387404" y="2122626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;p17">
              <a:extLst>
                <a:ext uri="{FF2B5EF4-FFF2-40B4-BE49-F238E27FC236}">
                  <a16:creationId xmlns:a16="http://schemas.microsoft.com/office/drawing/2014/main" id="{DDA947DA-74E3-C964-66F6-61DD71B366CB}"/>
                </a:ext>
              </a:extLst>
            </p:cNvPr>
            <p:cNvSpPr/>
            <p:nvPr/>
          </p:nvSpPr>
          <p:spPr>
            <a:xfrm>
              <a:off x="2364491" y="1804200"/>
              <a:ext cx="54590" cy="61222"/>
            </a:xfrm>
            <a:custGeom>
              <a:avLst/>
              <a:gdLst/>
              <a:ahLst/>
              <a:cxnLst/>
              <a:rect l="l" t="t" r="r" b="b"/>
              <a:pathLst>
                <a:path w="66573" h="74661" extrusionOk="0">
                  <a:moveTo>
                    <a:pt x="66573" y="32885"/>
                  </a:moveTo>
                  <a:cubicBezTo>
                    <a:pt x="66351" y="14502"/>
                    <a:pt x="51268" y="-220"/>
                    <a:pt x="32885" y="2"/>
                  </a:cubicBezTo>
                  <a:cubicBezTo>
                    <a:pt x="14502" y="225"/>
                    <a:pt x="-220" y="15307"/>
                    <a:pt x="2" y="33691"/>
                  </a:cubicBezTo>
                  <a:cubicBezTo>
                    <a:pt x="199" y="49928"/>
                    <a:pt x="12083" y="63655"/>
                    <a:pt x="28126" y="66173"/>
                  </a:cubicBezTo>
                  <a:lnTo>
                    <a:pt x="28126" y="74661"/>
                  </a:lnTo>
                  <a:lnTo>
                    <a:pt x="41441" y="74661"/>
                  </a:lnTo>
                  <a:lnTo>
                    <a:pt x="41441" y="64342"/>
                  </a:lnTo>
                  <a:cubicBezTo>
                    <a:pt x="55929" y="60686"/>
                    <a:pt x="66206" y="47823"/>
                    <a:pt x="66573" y="328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108;p17">
            <a:extLst>
              <a:ext uri="{FF2B5EF4-FFF2-40B4-BE49-F238E27FC236}">
                <a16:creationId xmlns:a16="http://schemas.microsoft.com/office/drawing/2014/main" id="{545D6F8A-56D2-ACBC-429A-3ADACBFB01DD}"/>
              </a:ext>
            </a:extLst>
          </p:cNvPr>
          <p:cNvGrpSpPr/>
          <p:nvPr/>
        </p:nvGrpSpPr>
        <p:grpSpPr>
          <a:xfrm>
            <a:off x="5921287" y="1926308"/>
            <a:ext cx="80124" cy="782659"/>
            <a:chOff x="4390117" y="1804221"/>
            <a:chExt cx="54590" cy="533243"/>
          </a:xfrm>
        </p:grpSpPr>
        <p:sp>
          <p:nvSpPr>
            <p:cNvPr id="36" name="Google Shape;109;p17">
              <a:extLst>
                <a:ext uri="{FF2B5EF4-FFF2-40B4-BE49-F238E27FC236}">
                  <a16:creationId xmlns:a16="http://schemas.microsoft.com/office/drawing/2014/main" id="{D3E92476-C3FF-17E7-649F-D68AA2971CB8}"/>
                </a:ext>
              </a:extLst>
            </p:cNvPr>
            <p:cNvSpPr/>
            <p:nvPr/>
          </p:nvSpPr>
          <p:spPr>
            <a:xfrm>
              <a:off x="4413029" y="221714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10;p17">
              <a:extLst>
                <a:ext uri="{FF2B5EF4-FFF2-40B4-BE49-F238E27FC236}">
                  <a16:creationId xmlns:a16="http://schemas.microsoft.com/office/drawing/2014/main" id="{E3ED98AD-6797-85C3-B692-4127BD64C31D}"/>
                </a:ext>
              </a:extLst>
            </p:cNvPr>
            <p:cNvSpPr/>
            <p:nvPr/>
          </p:nvSpPr>
          <p:spPr>
            <a:xfrm>
              <a:off x="4413029" y="226447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11;p17">
              <a:extLst>
                <a:ext uri="{FF2B5EF4-FFF2-40B4-BE49-F238E27FC236}">
                  <a16:creationId xmlns:a16="http://schemas.microsoft.com/office/drawing/2014/main" id="{8032FF89-E050-770E-FE0E-9728178D8BC7}"/>
                </a:ext>
              </a:extLst>
            </p:cNvPr>
            <p:cNvSpPr/>
            <p:nvPr/>
          </p:nvSpPr>
          <p:spPr>
            <a:xfrm>
              <a:off x="4413029" y="231167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12;p17">
              <a:extLst>
                <a:ext uri="{FF2B5EF4-FFF2-40B4-BE49-F238E27FC236}">
                  <a16:creationId xmlns:a16="http://schemas.microsoft.com/office/drawing/2014/main" id="{7B6843E3-05CA-51F7-BF02-B3F857058B31}"/>
                </a:ext>
              </a:extLst>
            </p:cNvPr>
            <p:cNvSpPr/>
            <p:nvPr/>
          </p:nvSpPr>
          <p:spPr>
            <a:xfrm>
              <a:off x="4413029" y="1933582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13;p17">
              <a:extLst>
                <a:ext uri="{FF2B5EF4-FFF2-40B4-BE49-F238E27FC236}">
                  <a16:creationId xmlns:a16="http://schemas.microsoft.com/office/drawing/2014/main" id="{7C7EDB12-E1D2-0813-E157-4028501B56FF}"/>
                </a:ext>
              </a:extLst>
            </p:cNvPr>
            <p:cNvSpPr/>
            <p:nvPr/>
          </p:nvSpPr>
          <p:spPr>
            <a:xfrm>
              <a:off x="4413029" y="2169955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14;p17">
              <a:extLst>
                <a:ext uri="{FF2B5EF4-FFF2-40B4-BE49-F238E27FC236}">
                  <a16:creationId xmlns:a16="http://schemas.microsoft.com/office/drawing/2014/main" id="{494BB63E-BC19-DDE7-894C-96B8770085A9}"/>
                </a:ext>
              </a:extLst>
            </p:cNvPr>
            <p:cNvSpPr/>
            <p:nvPr/>
          </p:nvSpPr>
          <p:spPr>
            <a:xfrm>
              <a:off x="4413029" y="2028104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15;p17">
              <a:extLst>
                <a:ext uri="{FF2B5EF4-FFF2-40B4-BE49-F238E27FC236}">
                  <a16:creationId xmlns:a16="http://schemas.microsoft.com/office/drawing/2014/main" id="{9EE42CB8-4B80-DDF2-2202-CD304C7A0825}"/>
                </a:ext>
              </a:extLst>
            </p:cNvPr>
            <p:cNvSpPr/>
            <p:nvPr/>
          </p:nvSpPr>
          <p:spPr>
            <a:xfrm>
              <a:off x="4413029" y="1886389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16;p17">
              <a:extLst>
                <a:ext uri="{FF2B5EF4-FFF2-40B4-BE49-F238E27FC236}">
                  <a16:creationId xmlns:a16="http://schemas.microsoft.com/office/drawing/2014/main" id="{5BBA4A83-1DE1-75A8-DE1E-1ED9D517525B}"/>
                </a:ext>
              </a:extLst>
            </p:cNvPr>
            <p:cNvSpPr/>
            <p:nvPr/>
          </p:nvSpPr>
          <p:spPr>
            <a:xfrm>
              <a:off x="4413029" y="198091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17;p17">
              <a:extLst>
                <a:ext uri="{FF2B5EF4-FFF2-40B4-BE49-F238E27FC236}">
                  <a16:creationId xmlns:a16="http://schemas.microsoft.com/office/drawing/2014/main" id="{1A1BE251-B805-1D57-0D6F-B4E0949CE40E}"/>
                </a:ext>
              </a:extLst>
            </p:cNvPr>
            <p:cNvSpPr/>
            <p:nvPr/>
          </p:nvSpPr>
          <p:spPr>
            <a:xfrm>
              <a:off x="4413029" y="2075433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18;p17">
              <a:extLst>
                <a:ext uri="{FF2B5EF4-FFF2-40B4-BE49-F238E27FC236}">
                  <a16:creationId xmlns:a16="http://schemas.microsoft.com/office/drawing/2014/main" id="{1A80D97D-E553-57BA-3E21-8755AD18BA38}"/>
                </a:ext>
              </a:extLst>
            </p:cNvPr>
            <p:cNvSpPr/>
            <p:nvPr/>
          </p:nvSpPr>
          <p:spPr>
            <a:xfrm>
              <a:off x="4413029" y="2122626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19;p17">
              <a:extLst>
                <a:ext uri="{FF2B5EF4-FFF2-40B4-BE49-F238E27FC236}">
                  <a16:creationId xmlns:a16="http://schemas.microsoft.com/office/drawing/2014/main" id="{AE2D12C2-A1B1-51D1-83C3-C77F9E6330D4}"/>
                </a:ext>
              </a:extLst>
            </p:cNvPr>
            <p:cNvSpPr/>
            <p:nvPr/>
          </p:nvSpPr>
          <p:spPr>
            <a:xfrm>
              <a:off x="4390117" y="1804221"/>
              <a:ext cx="54590" cy="61200"/>
            </a:xfrm>
            <a:custGeom>
              <a:avLst/>
              <a:gdLst/>
              <a:ahLst/>
              <a:cxnLst/>
              <a:rect l="l" t="t" r="r" b="b"/>
              <a:pathLst>
                <a:path w="66573" h="74634" extrusionOk="0">
                  <a:moveTo>
                    <a:pt x="66573" y="32859"/>
                  </a:moveTo>
                  <a:cubicBezTo>
                    <a:pt x="66336" y="14476"/>
                    <a:pt x="51241" y="-234"/>
                    <a:pt x="32859" y="3"/>
                  </a:cubicBezTo>
                  <a:cubicBezTo>
                    <a:pt x="14476" y="240"/>
                    <a:pt x="-234" y="15334"/>
                    <a:pt x="3" y="33717"/>
                  </a:cubicBezTo>
                  <a:cubicBezTo>
                    <a:pt x="211" y="49881"/>
                    <a:pt x="12002" y="63559"/>
                    <a:pt x="27959" y="66146"/>
                  </a:cubicBezTo>
                  <a:lnTo>
                    <a:pt x="27959" y="74635"/>
                  </a:lnTo>
                  <a:lnTo>
                    <a:pt x="41274" y="74635"/>
                  </a:lnTo>
                  <a:lnTo>
                    <a:pt x="41274" y="64316"/>
                  </a:lnTo>
                  <a:cubicBezTo>
                    <a:pt x="55828" y="60723"/>
                    <a:pt x="66186" y="47845"/>
                    <a:pt x="66573" y="328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120;p17">
            <a:extLst>
              <a:ext uri="{FF2B5EF4-FFF2-40B4-BE49-F238E27FC236}">
                <a16:creationId xmlns:a16="http://schemas.microsoft.com/office/drawing/2014/main" id="{85FA0589-5F4F-CCF9-CD31-F039C166215D}"/>
              </a:ext>
            </a:extLst>
          </p:cNvPr>
          <p:cNvGrpSpPr/>
          <p:nvPr/>
        </p:nvGrpSpPr>
        <p:grpSpPr>
          <a:xfrm>
            <a:off x="8988555" y="1926277"/>
            <a:ext cx="80124" cy="782691"/>
            <a:chOff x="6544091" y="1804200"/>
            <a:chExt cx="54590" cy="533265"/>
          </a:xfrm>
        </p:grpSpPr>
        <p:sp>
          <p:nvSpPr>
            <p:cNvPr id="49" name="Google Shape;121;p17">
              <a:extLst>
                <a:ext uri="{FF2B5EF4-FFF2-40B4-BE49-F238E27FC236}">
                  <a16:creationId xmlns:a16="http://schemas.microsoft.com/office/drawing/2014/main" id="{F06E2B80-4DC2-A9E2-8805-1F53CD7C5EDF}"/>
                </a:ext>
              </a:extLst>
            </p:cNvPr>
            <p:cNvSpPr/>
            <p:nvPr/>
          </p:nvSpPr>
          <p:spPr>
            <a:xfrm>
              <a:off x="6567140" y="221714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22;p17">
              <a:extLst>
                <a:ext uri="{FF2B5EF4-FFF2-40B4-BE49-F238E27FC236}">
                  <a16:creationId xmlns:a16="http://schemas.microsoft.com/office/drawing/2014/main" id="{D3AEED06-22FA-5B6C-3006-0C0767425AA2}"/>
                </a:ext>
              </a:extLst>
            </p:cNvPr>
            <p:cNvSpPr/>
            <p:nvPr/>
          </p:nvSpPr>
          <p:spPr>
            <a:xfrm>
              <a:off x="6567140" y="2264478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23;p17">
              <a:extLst>
                <a:ext uri="{FF2B5EF4-FFF2-40B4-BE49-F238E27FC236}">
                  <a16:creationId xmlns:a16="http://schemas.microsoft.com/office/drawing/2014/main" id="{CEF67008-E3CB-9008-5995-8932BEA11105}"/>
                </a:ext>
              </a:extLst>
            </p:cNvPr>
            <p:cNvSpPr/>
            <p:nvPr/>
          </p:nvSpPr>
          <p:spPr>
            <a:xfrm>
              <a:off x="6567140" y="231167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24;p17">
              <a:extLst>
                <a:ext uri="{FF2B5EF4-FFF2-40B4-BE49-F238E27FC236}">
                  <a16:creationId xmlns:a16="http://schemas.microsoft.com/office/drawing/2014/main" id="{4981D33F-E554-58AC-D006-2D4CA0F70617}"/>
                </a:ext>
              </a:extLst>
            </p:cNvPr>
            <p:cNvSpPr/>
            <p:nvPr/>
          </p:nvSpPr>
          <p:spPr>
            <a:xfrm>
              <a:off x="6567140" y="1933582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25;p17">
              <a:extLst>
                <a:ext uri="{FF2B5EF4-FFF2-40B4-BE49-F238E27FC236}">
                  <a16:creationId xmlns:a16="http://schemas.microsoft.com/office/drawing/2014/main" id="{46898D39-DE14-DC15-667A-FFE50A5DFEB3}"/>
                </a:ext>
              </a:extLst>
            </p:cNvPr>
            <p:cNvSpPr/>
            <p:nvPr/>
          </p:nvSpPr>
          <p:spPr>
            <a:xfrm>
              <a:off x="6567140" y="2169955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26;p17">
              <a:extLst>
                <a:ext uri="{FF2B5EF4-FFF2-40B4-BE49-F238E27FC236}">
                  <a16:creationId xmlns:a16="http://schemas.microsoft.com/office/drawing/2014/main" id="{B41E0481-D66C-C864-A474-401C46980226}"/>
                </a:ext>
              </a:extLst>
            </p:cNvPr>
            <p:cNvSpPr/>
            <p:nvPr/>
          </p:nvSpPr>
          <p:spPr>
            <a:xfrm>
              <a:off x="6567140" y="2028104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27;p17">
              <a:extLst>
                <a:ext uri="{FF2B5EF4-FFF2-40B4-BE49-F238E27FC236}">
                  <a16:creationId xmlns:a16="http://schemas.microsoft.com/office/drawing/2014/main" id="{18E93660-432B-EE5F-3795-4EF7B4D78BD2}"/>
                </a:ext>
              </a:extLst>
            </p:cNvPr>
            <p:cNvSpPr/>
            <p:nvPr/>
          </p:nvSpPr>
          <p:spPr>
            <a:xfrm>
              <a:off x="6567140" y="1886389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28;p17">
              <a:extLst>
                <a:ext uri="{FF2B5EF4-FFF2-40B4-BE49-F238E27FC236}">
                  <a16:creationId xmlns:a16="http://schemas.microsoft.com/office/drawing/2014/main" id="{760A904C-4D32-DAFE-CEFA-055AA994E545}"/>
                </a:ext>
              </a:extLst>
            </p:cNvPr>
            <p:cNvSpPr/>
            <p:nvPr/>
          </p:nvSpPr>
          <p:spPr>
            <a:xfrm>
              <a:off x="6567140" y="1980911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29;p17">
              <a:extLst>
                <a:ext uri="{FF2B5EF4-FFF2-40B4-BE49-F238E27FC236}">
                  <a16:creationId xmlns:a16="http://schemas.microsoft.com/office/drawing/2014/main" id="{7D616A0E-A95D-6AF2-9300-2BBC7CA1EEFB}"/>
                </a:ext>
              </a:extLst>
            </p:cNvPr>
            <p:cNvSpPr/>
            <p:nvPr/>
          </p:nvSpPr>
          <p:spPr>
            <a:xfrm>
              <a:off x="6567140" y="2075433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30;p17">
              <a:extLst>
                <a:ext uri="{FF2B5EF4-FFF2-40B4-BE49-F238E27FC236}">
                  <a16:creationId xmlns:a16="http://schemas.microsoft.com/office/drawing/2014/main" id="{600FBB6E-0E3B-B1E8-6D57-8066234C3D67}"/>
                </a:ext>
              </a:extLst>
            </p:cNvPr>
            <p:cNvSpPr/>
            <p:nvPr/>
          </p:nvSpPr>
          <p:spPr>
            <a:xfrm>
              <a:off x="6567140" y="2122626"/>
              <a:ext cx="10918" cy="25794"/>
            </a:xfrm>
            <a:custGeom>
              <a:avLst/>
              <a:gdLst/>
              <a:ahLst/>
              <a:cxnLst/>
              <a:rect l="l" t="t" r="r" b="b"/>
              <a:pathLst>
                <a:path w="13315" h="31456" extrusionOk="0">
                  <a:moveTo>
                    <a:pt x="0" y="0"/>
                  </a:moveTo>
                  <a:lnTo>
                    <a:pt x="13315" y="0"/>
                  </a:lnTo>
                  <a:lnTo>
                    <a:pt x="13315" y="31457"/>
                  </a:lnTo>
                  <a:lnTo>
                    <a:pt x="0" y="31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31;p17">
              <a:extLst>
                <a:ext uri="{FF2B5EF4-FFF2-40B4-BE49-F238E27FC236}">
                  <a16:creationId xmlns:a16="http://schemas.microsoft.com/office/drawing/2014/main" id="{E746A904-FB7B-5BEF-8E6D-86B0434362F3}"/>
                </a:ext>
              </a:extLst>
            </p:cNvPr>
            <p:cNvSpPr/>
            <p:nvPr/>
          </p:nvSpPr>
          <p:spPr>
            <a:xfrm>
              <a:off x="6544091" y="1804200"/>
              <a:ext cx="54590" cy="61222"/>
            </a:xfrm>
            <a:custGeom>
              <a:avLst/>
              <a:gdLst/>
              <a:ahLst/>
              <a:cxnLst/>
              <a:rect l="l" t="t" r="r" b="b"/>
              <a:pathLst>
                <a:path w="66573" h="74661" extrusionOk="0">
                  <a:moveTo>
                    <a:pt x="66573" y="32885"/>
                  </a:moveTo>
                  <a:cubicBezTo>
                    <a:pt x="66351" y="14502"/>
                    <a:pt x="51268" y="-220"/>
                    <a:pt x="32885" y="2"/>
                  </a:cubicBezTo>
                  <a:cubicBezTo>
                    <a:pt x="14502" y="225"/>
                    <a:pt x="-220" y="15307"/>
                    <a:pt x="2" y="33691"/>
                  </a:cubicBezTo>
                  <a:cubicBezTo>
                    <a:pt x="199" y="49928"/>
                    <a:pt x="12083" y="63655"/>
                    <a:pt x="28126" y="66173"/>
                  </a:cubicBezTo>
                  <a:lnTo>
                    <a:pt x="28126" y="74661"/>
                  </a:lnTo>
                  <a:lnTo>
                    <a:pt x="41441" y="74661"/>
                  </a:lnTo>
                  <a:lnTo>
                    <a:pt x="41441" y="64342"/>
                  </a:lnTo>
                  <a:cubicBezTo>
                    <a:pt x="55929" y="60686"/>
                    <a:pt x="66206" y="47823"/>
                    <a:pt x="66574" y="328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>
                <a:solidFill>
                  <a:srgbClr val="000D6E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156;p17">
            <a:extLst>
              <a:ext uri="{FF2B5EF4-FFF2-40B4-BE49-F238E27FC236}">
                <a16:creationId xmlns:a16="http://schemas.microsoft.com/office/drawing/2014/main" id="{2002AEEF-E8B6-9D0E-9D4D-C91695B520D6}"/>
              </a:ext>
            </a:extLst>
          </p:cNvPr>
          <p:cNvSpPr txBox="1"/>
          <p:nvPr/>
        </p:nvSpPr>
        <p:spPr>
          <a:xfrm>
            <a:off x="2717051" y="4028891"/>
            <a:ext cx="1061584" cy="5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10/2025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" name="Google Shape;158;p17">
            <a:extLst>
              <a:ext uri="{FF2B5EF4-FFF2-40B4-BE49-F238E27FC236}">
                <a16:creationId xmlns:a16="http://schemas.microsoft.com/office/drawing/2014/main" id="{46AAC262-63B6-D72D-EC47-D089B7C86401}"/>
              </a:ext>
            </a:extLst>
          </p:cNvPr>
          <p:cNvSpPr txBox="1"/>
          <p:nvPr/>
        </p:nvSpPr>
        <p:spPr>
          <a:xfrm>
            <a:off x="5961347" y="4028891"/>
            <a:ext cx="960400" cy="5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2026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159;p17">
            <a:extLst>
              <a:ext uri="{FF2B5EF4-FFF2-40B4-BE49-F238E27FC236}">
                <a16:creationId xmlns:a16="http://schemas.microsoft.com/office/drawing/2014/main" id="{90736701-C289-CE53-06EF-B22B46D20C69}"/>
              </a:ext>
            </a:extLst>
          </p:cNvPr>
          <p:cNvSpPr txBox="1"/>
          <p:nvPr/>
        </p:nvSpPr>
        <p:spPr>
          <a:xfrm>
            <a:off x="9068667" y="4028891"/>
            <a:ext cx="960400" cy="5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2027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162;p17">
            <a:extLst>
              <a:ext uri="{FF2B5EF4-FFF2-40B4-BE49-F238E27FC236}">
                <a16:creationId xmlns:a16="http://schemas.microsoft.com/office/drawing/2014/main" id="{A2D0F758-78EE-4083-A6FC-2DD807F7B182}"/>
              </a:ext>
            </a:extLst>
          </p:cNvPr>
          <p:cNvSpPr txBox="1"/>
          <p:nvPr/>
        </p:nvSpPr>
        <p:spPr>
          <a:xfrm>
            <a:off x="1553886" y="1872161"/>
            <a:ext cx="2680000" cy="5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Note opportunité</a:t>
            </a:r>
          </a:p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Str</a:t>
            </a:r>
            <a:r>
              <a:rPr lang="fr-FR" sz="1600" kern="0" dirty="0" err="1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atégie</a:t>
            </a:r>
            <a:r>
              <a:rPr lang="fr-FR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 Entreprises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" name="Google Shape;168;p17">
            <a:extLst>
              <a:ext uri="{FF2B5EF4-FFF2-40B4-BE49-F238E27FC236}">
                <a16:creationId xmlns:a16="http://schemas.microsoft.com/office/drawing/2014/main" id="{134584A6-4CAB-A4B2-F291-0FA7DA077FD8}"/>
              </a:ext>
            </a:extLst>
          </p:cNvPr>
          <p:cNvSpPr txBox="1"/>
          <p:nvPr/>
        </p:nvSpPr>
        <p:spPr>
          <a:xfrm>
            <a:off x="4636779" y="1879174"/>
            <a:ext cx="2680000" cy="5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Evolutions produit</a:t>
            </a:r>
          </a:p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Business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" name="Google Shape;170;p17">
            <a:extLst>
              <a:ext uri="{FF2B5EF4-FFF2-40B4-BE49-F238E27FC236}">
                <a16:creationId xmlns:a16="http://schemas.microsoft.com/office/drawing/2014/main" id="{8C966ABF-6388-1223-CB06-161C88FC9161}"/>
              </a:ext>
            </a:extLst>
          </p:cNvPr>
          <p:cNvSpPr txBox="1"/>
          <p:nvPr/>
        </p:nvSpPr>
        <p:spPr>
          <a:xfrm>
            <a:off x="7719672" y="1852687"/>
            <a:ext cx="2680000" cy="5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Lancement </a:t>
            </a:r>
          </a:p>
          <a:p>
            <a:pPr algn="ctr" defTabSz="1219170">
              <a:buClr>
                <a:srgbClr val="000000"/>
              </a:buClr>
            </a:pPr>
            <a:r>
              <a:rPr lang="en" sz="1600" kern="0" dirty="0">
                <a:solidFill>
                  <a:srgbClr val="000D6E"/>
                </a:solidFill>
                <a:ea typeface="Montserrat SemiBold"/>
                <a:cs typeface="Montserrat SemiBold"/>
                <a:sym typeface="Montserrat SemiBold"/>
              </a:rPr>
              <a:t>evolutions</a:t>
            </a:r>
            <a:endParaRPr sz="1600" kern="0" dirty="0">
              <a:solidFill>
                <a:srgbClr val="000D6E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66" name="Image 65">
            <a:extLst>
              <a:ext uri="{FF2B5EF4-FFF2-40B4-BE49-F238E27FC236}">
                <a16:creationId xmlns:a16="http://schemas.microsoft.com/office/drawing/2014/main" id="{974B710C-0D51-A1BD-578B-CA84EB3637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CFB"/>
              </a:clrFrom>
              <a:clrTo>
                <a:srgbClr val="FAFC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59380" y="2264230"/>
            <a:ext cx="588463" cy="588463"/>
          </a:xfrm>
          <a:prstGeom prst="rect">
            <a:avLst/>
          </a:prstGeom>
        </p:spPr>
      </p:pic>
      <p:pic>
        <p:nvPicPr>
          <p:cNvPr id="67" name="Graphique 66">
            <a:extLst>
              <a:ext uri="{FF2B5EF4-FFF2-40B4-BE49-F238E27FC236}">
                <a16:creationId xmlns:a16="http://schemas.microsoft.com/office/drawing/2014/main" id="{85F95965-C64A-CD2F-3EFA-F26B50A56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79962" y="2232400"/>
            <a:ext cx="652122" cy="652122"/>
          </a:xfrm>
          <a:prstGeom prst="rect">
            <a:avLst/>
          </a:prstGeom>
        </p:spPr>
      </p:pic>
      <p:pic>
        <p:nvPicPr>
          <p:cNvPr id="68" name="Graphique 67">
            <a:extLst>
              <a:ext uri="{FF2B5EF4-FFF2-40B4-BE49-F238E27FC236}">
                <a16:creationId xmlns:a16="http://schemas.microsoft.com/office/drawing/2014/main" id="{0461FF12-5F04-7C00-09FC-8B8BD0711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8081" y="2219645"/>
            <a:ext cx="697395" cy="697395"/>
          </a:xfrm>
          <a:prstGeom prst="rect">
            <a:avLst/>
          </a:prstGeom>
        </p:spPr>
      </p:pic>
      <p:sp>
        <p:nvSpPr>
          <p:cNvPr id="69" name="ZoneTexte 68">
            <a:extLst>
              <a:ext uri="{FF2B5EF4-FFF2-40B4-BE49-F238E27FC236}">
                <a16:creationId xmlns:a16="http://schemas.microsoft.com/office/drawing/2014/main" id="{AE142AE3-3216-1B3B-3994-E4DB911000FF}"/>
              </a:ext>
            </a:extLst>
          </p:cNvPr>
          <p:cNvSpPr txBox="1"/>
          <p:nvPr/>
        </p:nvSpPr>
        <p:spPr>
          <a:xfrm>
            <a:off x="2433426" y="4606834"/>
            <a:ext cx="5935517" cy="1751418"/>
          </a:xfrm>
          <a:prstGeom prst="rect">
            <a:avLst/>
          </a:prstGeom>
          <a:noFill/>
          <a:ln w="12700">
            <a:solidFill>
              <a:srgbClr val="E0CDF7"/>
            </a:solidFill>
            <a:prstDash val="dash"/>
          </a:ln>
        </p:spPr>
        <p:txBody>
          <a:bodyPr wrap="square" tIns="90000" bIns="90000" rtlCol="0">
            <a:spAutoFit/>
          </a:bodyPr>
          <a:lstStyle/>
          <a:p>
            <a:pPr lvl="1" algn="ctr"/>
            <a:r>
              <a:rPr lang="fr-FR" sz="1600" b="1" dirty="0">
                <a:solidFill>
                  <a:srgbClr val="000D6E"/>
                </a:solidFill>
              </a:rPr>
              <a:t>Orientations futur produit :</a:t>
            </a:r>
          </a:p>
          <a:p>
            <a:pPr lvl="1"/>
            <a:endParaRPr lang="fr-FR" sz="1400" dirty="0">
              <a:solidFill>
                <a:srgbClr val="000D6E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Simplification produit et packaging pour SME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Packaging dans la continuité de Home et Drive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Accélération process et outil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00D6E"/>
                </a:solidFill>
              </a:rPr>
              <a:t>Revue de la formation</a:t>
            </a:r>
          </a:p>
          <a:p>
            <a:pPr algn="l"/>
            <a:endParaRPr lang="fr-LU" sz="1600" dirty="0">
              <a:solidFill>
                <a:srgbClr val="000D6E"/>
              </a:solidFill>
            </a:endParaRPr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E7215001-6DEF-8BFC-5EEC-9FC766538066}"/>
              </a:ext>
            </a:extLst>
          </p:cNvPr>
          <p:cNvGrpSpPr/>
          <p:nvPr/>
        </p:nvGrpSpPr>
        <p:grpSpPr>
          <a:xfrm>
            <a:off x="9780821" y="4429970"/>
            <a:ext cx="4680000" cy="4680000"/>
            <a:chOff x="2835484" y="577218"/>
            <a:chExt cx="6323024" cy="5846887"/>
          </a:xfrm>
        </p:grpSpPr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BD81D1B7-5BE9-4D58-D19B-4E6B9431B373}"/>
                </a:ext>
              </a:extLst>
            </p:cNvPr>
            <p:cNvGrpSpPr/>
            <p:nvPr/>
          </p:nvGrpSpPr>
          <p:grpSpPr>
            <a:xfrm>
              <a:off x="2835484" y="577218"/>
              <a:ext cx="6323024" cy="5846887"/>
              <a:chOff x="2726139" y="644529"/>
              <a:chExt cx="5629544" cy="5414505"/>
            </a:xfrm>
          </p:grpSpPr>
          <p:sp>
            <p:nvSpPr>
              <p:cNvPr id="77" name="Arc partiel 76">
                <a:extLst>
                  <a:ext uri="{FF2B5EF4-FFF2-40B4-BE49-F238E27FC236}">
                    <a16:creationId xmlns:a16="http://schemas.microsoft.com/office/drawing/2014/main" id="{7CAEC349-29E5-019F-C7CF-A85B418AAD3C}"/>
                  </a:ext>
                </a:extLst>
              </p:cNvPr>
              <p:cNvSpPr/>
              <p:nvPr/>
            </p:nvSpPr>
            <p:spPr>
              <a:xfrm rot="10800000">
                <a:off x="2726139" y="644529"/>
                <a:ext cx="5629544" cy="5414505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>
                  <a:alpha val="4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  <p:sp>
            <p:nvSpPr>
              <p:cNvPr id="78" name="Arc partiel 77">
                <a:extLst>
                  <a:ext uri="{FF2B5EF4-FFF2-40B4-BE49-F238E27FC236}">
                    <a16:creationId xmlns:a16="http://schemas.microsoft.com/office/drawing/2014/main" id="{9BD25B94-6BEC-4E25-58D4-FB9C60BA42F7}"/>
                  </a:ext>
                </a:extLst>
              </p:cNvPr>
              <p:cNvSpPr/>
              <p:nvPr/>
            </p:nvSpPr>
            <p:spPr>
              <a:xfrm rot="10800000">
                <a:off x="3641336" y="1511304"/>
                <a:ext cx="3807213" cy="3674602"/>
              </a:xfrm>
              <a:prstGeom prst="pie">
                <a:avLst>
                  <a:gd name="adj1" fmla="val 0"/>
                  <a:gd name="adj2" fmla="val 5394181"/>
                </a:avLst>
              </a:prstGeom>
              <a:solidFill>
                <a:srgbClr val="BE82FA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fr-LU" sz="1600" kern="0" dirty="0">
                  <a:solidFill>
                    <a:srgbClr val="000D6E"/>
                  </a:solidFill>
                  <a:cs typeface="Arial"/>
                </a:endParaRPr>
              </a:p>
            </p:txBody>
          </p:sp>
        </p:grp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C3B258D5-7A31-86D1-6E54-91678158E553}"/>
                </a:ext>
              </a:extLst>
            </p:cNvPr>
            <p:cNvSpPr txBox="1"/>
            <p:nvPr/>
          </p:nvSpPr>
          <p:spPr>
            <a:xfrm rot="18921632">
              <a:off x="4475138" y="2276378"/>
              <a:ext cx="3043713" cy="2751282"/>
            </a:xfrm>
            <a:prstGeom prst="rect">
              <a:avLst/>
            </a:prstGeom>
            <a:noFill/>
          </p:spPr>
          <p:txBody>
            <a:bodyPr wrap="square" tIns="90000" bIns="90000" rtlCol="0">
              <a:prstTxWarp prst="textArchUp">
                <a:avLst>
                  <a:gd name="adj" fmla="val 10805294"/>
                </a:avLst>
              </a:prstTxWarp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Protection des </a:t>
              </a:r>
            </a:p>
            <a:p>
              <a:pPr algn="ctr"/>
              <a:r>
                <a:rPr lang="fr-FR" sz="1600" b="1" dirty="0">
                  <a:solidFill>
                    <a:srgbClr val="FFFFFF"/>
                  </a:solidFill>
                </a:rPr>
                <a:t>biens</a:t>
              </a:r>
              <a:endParaRPr lang="fr-LU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73" name="Graphique 72">
              <a:extLst>
                <a:ext uri="{FF2B5EF4-FFF2-40B4-BE49-F238E27FC236}">
                  <a16:creationId xmlns:a16="http://schemas.microsoft.com/office/drawing/2014/main" id="{A00909AB-EBCD-3A78-5CD8-9551A46B5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59691" y="1097146"/>
              <a:ext cx="745882" cy="745882"/>
            </a:xfrm>
            <a:prstGeom prst="rect">
              <a:avLst/>
            </a:prstGeom>
          </p:spPr>
        </p:pic>
        <p:pic>
          <p:nvPicPr>
            <p:cNvPr id="74" name="Graphique 73">
              <a:extLst>
                <a:ext uri="{FF2B5EF4-FFF2-40B4-BE49-F238E27FC236}">
                  <a16:creationId xmlns:a16="http://schemas.microsoft.com/office/drawing/2014/main" id="{C1E86DDD-5F33-188C-D538-7B9833B0B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930262" y="715105"/>
              <a:ext cx="787798" cy="787798"/>
            </a:xfrm>
            <a:prstGeom prst="rect">
              <a:avLst/>
            </a:prstGeom>
          </p:spPr>
        </p:pic>
        <p:pic>
          <p:nvPicPr>
            <p:cNvPr id="75" name="Graphique 74">
              <a:extLst>
                <a:ext uri="{FF2B5EF4-FFF2-40B4-BE49-F238E27FC236}">
                  <a16:creationId xmlns:a16="http://schemas.microsoft.com/office/drawing/2014/main" id="{B11F18EA-442F-8C74-C020-D1BE63624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371275" y="1840623"/>
              <a:ext cx="745881" cy="745881"/>
            </a:xfrm>
            <a:prstGeom prst="rect">
              <a:avLst/>
            </a:prstGeom>
          </p:spPr>
        </p:pic>
        <p:pic>
          <p:nvPicPr>
            <p:cNvPr id="76" name="Graphique 75">
              <a:extLst>
                <a:ext uri="{FF2B5EF4-FFF2-40B4-BE49-F238E27FC236}">
                  <a16:creationId xmlns:a16="http://schemas.microsoft.com/office/drawing/2014/main" id="{835782EB-BFDB-D38D-BAC1-CA390DAD1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957424" y="2592828"/>
              <a:ext cx="823075" cy="823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680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9D02-8853-F334-A92A-23D2E7A7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re 6">
            <a:extLst>
              <a:ext uri="{FF2B5EF4-FFF2-40B4-BE49-F238E27FC236}">
                <a16:creationId xmlns:a16="http://schemas.microsoft.com/office/drawing/2014/main" id="{BA06B7F2-0118-4113-7BCC-005C9B959DBA}"/>
              </a:ext>
            </a:extLst>
          </p:cNvPr>
          <p:cNvSpPr txBox="1">
            <a:spLocks/>
          </p:cNvSpPr>
          <p:nvPr/>
        </p:nvSpPr>
        <p:spPr>
          <a:xfrm>
            <a:off x="649288" y="693649"/>
            <a:ext cx="11160124" cy="7620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000D6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Conclusion</a:t>
            </a:r>
            <a:endParaRPr kumimoji="0" lang="fr-LU" sz="2800" b="1" i="0" u="none" strike="noStrike" kern="1200" cap="none" spc="0" normalizeH="0" baseline="0" noProof="0" dirty="0">
              <a:ln>
                <a:noFill/>
              </a:ln>
              <a:solidFill>
                <a:srgbClr val="000D6E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020" name="Google Shape;1020;p36">
            <a:extLst>
              <a:ext uri="{FF2B5EF4-FFF2-40B4-BE49-F238E27FC236}">
                <a16:creationId xmlns:a16="http://schemas.microsoft.com/office/drawing/2014/main" id="{4CD9FE99-2C4B-BAD8-F277-54AC97D7F29B}"/>
              </a:ext>
            </a:extLst>
          </p:cNvPr>
          <p:cNvSpPr/>
          <p:nvPr/>
        </p:nvSpPr>
        <p:spPr>
          <a:xfrm>
            <a:off x="2991616" y="4642033"/>
            <a:ext cx="19467" cy="19900"/>
          </a:xfrm>
          <a:custGeom>
            <a:avLst/>
            <a:gdLst/>
            <a:ahLst/>
            <a:cxnLst/>
            <a:rect l="l" t="t" r="r" b="b"/>
            <a:pathLst>
              <a:path w="584" h="597" extrusionOk="0">
                <a:moveTo>
                  <a:pt x="0" y="1"/>
                </a:moveTo>
                <a:lnTo>
                  <a:pt x="0" y="596"/>
                </a:lnTo>
                <a:lnTo>
                  <a:pt x="584" y="596"/>
                </a:lnTo>
                <a:lnTo>
                  <a:pt x="58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cs typeface="Arial"/>
              <a:sym typeface="Arial"/>
            </a:endParaRPr>
          </a:p>
        </p:txBody>
      </p:sp>
      <p:sp>
        <p:nvSpPr>
          <p:cNvPr id="1021" name="Google Shape;1021;p36">
            <a:extLst>
              <a:ext uri="{FF2B5EF4-FFF2-40B4-BE49-F238E27FC236}">
                <a16:creationId xmlns:a16="http://schemas.microsoft.com/office/drawing/2014/main" id="{692FCB4B-36F2-9C88-3B8D-889027C02792}"/>
              </a:ext>
            </a:extLst>
          </p:cNvPr>
          <p:cNvSpPr/>
          <p:nvPr/>
        </p:nvSpPr>
        <p:spPr>
          <a:xfrm>
            <a:off x="2972183" y="4740866"/>
            <a:ext cx="58767" cy="58767"/>
          </a:xfrm>
          <a:custGeom>
            <a:avLst/>
            <a:gdLst/>
            <a:ahLst/>
            <a:cxnLst/>
            <a:rect l="l" t="t" r="r" b="b"/>
            <a:pathLst>
              <a:path w="1763" h="1763" extrusionOk="0">
                <a:moveTo>
                  <a:pt x="583" y="1"/>
                </a:moveTo>
                <a:lnTo>
                  <a:pt x="583" y="596"/>
                </a:lnTo>
                <a:lnTo>
                  <a:pt x="0" y="596"/>
                </a:lnTo>
                <a:lnTo>
                  <a:pt x="0" y="1179"/>
                </a:lnTo>
                <a:lnTo>
                  <a:pt x="583" y="1179"/>
                </a:lnTo>
                <a:lnTo>
                  <a:pt x="583" y="1763"/>
                </a:lnTo>
                <a:lnTo>
                  <a:pt x="1167" y="1763"/>
                </a:lnTo>
                <a:lnTo>
                  <a:pt x="1167" y="1179"/>
                </a:lnTo>
                <a:lnTo>
                  <a:pt x="1762" y="1179"/>
                </a:lnTo>
                <a:lnTo>
                  <a:pt x="1762" y="596"/>
                </a:lnTo>
                <a:lnTo>
                  <a:pt x="1167" y="596"/>
                </a:lnTo>
                <a:lnTo>
                  <a:pt x="11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cs typeface="Arial"/>
              <a:sym typeface="Arial"/>
            </a:endParaRPr>
          </a:p>
        </p:txBody>
      </p:sp>
      <p:sp>
        <p:nvSpPr>
          <p:cNvPr id="1022" name="Google Shape;1022;p36">
            <a:extLst>
              <a:ext uri="{FF2B5EF4-FFF2-40B4-BE49-F238E27FC236}">
                <a16:creationId xmlns:a16="http://schemas.microsoft.com/office/drawing/2014/main" id="{55C80294-97BE-6247-0A3C-39D5282B5F62}"/>
              </a:ext>
            </a:extLst>
          </p:cNvPr>
          <p:cNvSpPr/>
          <p:nvPr/>
        </p:nvSpPr>
        <p:spPr>
          <a:xfrm>
            <a:off x="2520116" y="5492532"/>
            <a:ext cx="23867" cy="23867"/>
          </a:xfrm>
          <a:custGeom>
            <a:avLst/>
            <a:gdLst/>
            <a:ahLst/>
            <a:cxnLst/>
            <a:rect l="l" t="t" r="r" b="b"/>
            <a:pathLst>
              <a:path w="716" h="716" extrusionOk="0">
                <a:moveTo>
                  <a:pt x="1" y="1"/>
                </a:moveTo>
                <a:lnTo>
                  <a:pt x="1" y="715"/>
                </a:lnTo>
                <a:lnTo>
                  <a:pt x="715" y="715"/>
                </a:lnTo>
                <a:lnTo>
                  <a:pt x="71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cs typeface="Arial"/>
              <a:sym typeface="Arial"/>
            </a:endParaRPr>
          </a:p>
        </p:txBody>
      </p:sp>
      <p:sp>
        <p:nvSpPr>
          <p:cNvPr id="6" name="Google Shape;1028;p36">
            <a:extLst>
              <a:ext uri="{FF2B5EF4-FFF2-40B4-BE49-F238E27FC236}">
                <a16:creationId xmlns:a16="http://schemas.microsoft.com/office/drawing/2014/main" id="{E35A6F29-2942-50B0-DB18-3049C2937A5F}"/>
              </a:ext>
            </a:extLst>
          </p:cNvPr>
          <p:cNvSpPr/>
          <p:nvPr/>
        </p:nvSpPr>
        <p:spPr>
          <a:xfrm rot="1549813">
            <a:off x="2131975" y="2461672"/>
            <a:ext cx="1079933" cy="1537134"/>
          </a:xfrm>
          <a:custGeom>
            <a:avLst/>
            <a:gdLst/>
            <a:ahLst/>
            <a:cxnLst/>
            <a:rect l="l" t="t" r="r" b="b"/>
            <a:pathLst>
              <a:path w="32398" h="46114" extrusionOk="0">
                <a:moveTo>
                  <a:pt x="0" y="0"/>
                </a:moveTo>
                <a:lnTo>
                  <a:pt x="0" y="46113"/>
                </a:lnTo>
                <a:lnTo>
                  <a:pt x="23384" y="22729"/>
                </a:lnTo>
                <a:lnTo>
                  <a:pt x="25754" y="20372"/>
                </a:lnTo>
                <a:lnTo>
                  <a:pt x="32397" y="13728"/>
                </a:lnTo>
                <a:cubicBezTo>
                  <a:pt x="24158" y="5299"/>
                  <a:pt x="12692" y="60"/>
                  <a:pt x="0" y="0"/>
                </a:cubicBezTo>
                <a:close/>
              </a:path>
            </a:pathLst>
          </a:custGeom>
          <a:solidFill>
            <a:srgbClr val="E1D9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>
              <a:solidFill>
                <a:srgbClr val="000D6E"/>
              </a:solidFill>
              <a:cs typeface="Arial"/>
              <a:sym typeface="Arial"/>
            </a:endParaRPr>
          </a:p>
        </p:txBody>
      </p:sp>
      <p:grpSp>
        <p:nvGrpSpPr>
          <p:cNvPr id="1024" name="Google Shape;1024;p36">
            <a:extLst>
              <a:ext uri="{FF2B5EF4-FFF2-40B4-BE49-F238E27FC236}">
                <a16:creationId xmlns:a16="http://schemas.microsoft.com/office/drawing/2014/main" id="{84EEBA64-E58B-3F7D-C02D-502121CE77D6}"/>
              </a:ext>
            </a:extLst>
          </p:cNvPr>
          <p:cNvGrpSpPr/>
          <p:nvPr/>
        </p:nvGrpSpPr>
        <p:grpSpPr>
          <a:xfrm>
            <a:off x="2795108" y="1363166"/>
            <a:ext cx="8331319" cy="1651034"/>
            <a:chOff x="2290300" y="1138950"/>
            <a:chExt cx="6248490" cy="1238275"/>
          </a:xfrm>
        </p:grpSpPr>
        <p:sp>
          <p:nvSpPr>
            <p:cNvPr id="1025" name="Google Shape;1025;p36">
              <a:extLst>
                <a:ext uri="{FF2B5EF4-FFF2-40B4-BE49-F238E27FC236}">
                  <a16:creationId xmlns:a16="http://schemas.microsoft.com/office/drawing/2014/main" id="{35AA202D-99DC-01D1-35EF-5EABC8F050E5}"/>
                </a:ext>
              </a:extLst>
            </p:cNvPr>
            <p:cNvSpPr txBox="1"/>
            <p:nvPr/>
          </p:nvSpPr>
          <p:spPr>
            <a:xfrm>
              <a:off x="5666062" y="1252337"/>
              <a:ext cx="2872728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342900" indent="-342900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en" sz="2000" kern="0" dirty="0">
                  <a:solidFill>
                    <a:srgbClr val="000D6E"/>
                  </a:solidFill>
                  <a:sym typeface="Fira Sans Extra Condensed Medium"/>
                </a:rPr>
                <a:t>Drive 3 : lancement</a:t>
              </a:r>
            </a:p>
            <a:p>
              <a:pPr marL="342900" indent="-342900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en" sz="2000" kern="0" dirty="0">
                  <a:solidFill>
                    <a:srgbClr val="000D6E"/>
                  </a:solidFill>
                  <a:sym typeface="Fira Sans Extra Condensed Medium"/>
                </a:rPr>
                <a:t>Bsafe : conception</a:t>
              </a:r>
              <a:endParaRPr sz="2000" kern="0" dirty="0">
                <a:solidFill>
                  <a:srgbClr val="000D6E"/>
                </a:solidFill>
                <a:sym typeface="Fira Sans Extra Condensed Medium"/>
              </a:endParaRPr>
            </a:p>
          </p:txBody>
        </p:sp>
        <p:sp>
          <p:nvSpPr>
            <p:cNvPr id="1026" name="Google Shape;1026;p36">
              <a:extLst>
                <a:ext uri="{FF2B5EF4-FFF2-40B4-BE49-F238E27FC236}">
                  <a16:creationId xmlns:a16="http://schemas.microsoft.com/office/drawing/2014/main" id="{700CC4D5-D4B9-B350-F455-C0BE75999520}"/>
                </a:ext>
              </a:extLst>
            </p:cNvPr>
            <p:cNvSpPr/>
            <p:nvPr/>
          </p:nvSpPr>
          <p:spPr>
            <a:xfrm>
              <a:off x="2870637" y="1138950"/>
              <a:ext cx="2628681" cy="656375"/>
            </a:xfrm>
            <a:custGeom>
              <a:avLst/>
              <a:gdLst/>
              <a:ahLst/>
              <a:cxnLst/>
              <a:rect l="l" t="t" r="r" b="b"/>
              <a:pathLst>
                <a:path w="87298" h="26255" extrusionOk="0">
                  <a:moveTo>
                    <a:pt x="14979" y="1"/>
                  </a:moveTo>
                  <a:cubicBezTo>
                    <a:pt x="6704" y="1"/>
                    <a:pt x="1" y="6716"/>
                    <a:pt x="1" y="14979"/>
                  </a:cubicBezTo>
                  <a:lnTo>
                    <a:pt x="1" y="26254"/>
                  </a:lnTo>
                  <a:lnTo>
                    <a:pt x="78356" y="26254"/>
                  </a:lnTo>
                  <a:lnTo>
                    <a:pt x="87297" y="13419"/>
                  </a:lnTo>
                  <a:lnTo>
                    <a:pt x="7835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121900" tIns="121900" rIns="365733" bIns="182867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1600" b="1" kern="0" dirty="0">
                  <a:solidFill>
                    <a:srgbClr val="000D6E"/>
                  </a:solidFill>
                  <a:ea typeface="Roboto"/>
                  <a:cs typeface="Roboto"/>
                  <a:sym typeface="Roboto"/>
                </a:rPr>
                <a:t>Marché Particuliers</a:t>
              </a:r>
              <a:endParaRPr sz="1600" kern="0" dirty="0">
                <a:solidFill>
                  <a:srgbClr val="000D6E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7" name="Google Shape;1027;p36">
              <a:extLst>
                <a:ext uri="{FF2B5EF4-FFF2-40B4-BE49-F238E27FC236}">
                  <a16:creationId xmlns:a16="http://schemas.microsoft.com/office/drawing/2014/main" id="{928FA202-5D58-DE90-6489-61058B5A2FEA}"/>
                </a:ext>
              </a:extLst>
            </p:cNvPr>
            <p:cNvSpPr/>
            <p:nvPr/>
          </p:nvSpPr>
          <p:spPr>
            <a:xfrm>
              <a:off x="2290300" y="1140750"/>
              <a:ext cx="3315543" cy="1236475"/>
            </a:xfrm>
            <a:custGeom>
              <a:avLst/>
              <a:gdLst/>
              <a:ahLst/>
              <a:cxnLst/>
              <a:rect l="l" t="t" r="r" b="b"/>
              <a:pathLst>
                <a:path w="126529" h="49459" extrusionOk="0">
                  <a:moveTo>
                    <a:pt x="112896" y="0"/>
                  </a:moveTo>
                  <a:lnTo>
                    <a:pt x="121992" y="13347"/>
                  </a:lnTo>
                  <a:lnTo>
                    <a:pt x="115634" y="22467"/>
                  </a:lnTo>
                  <a:lnTo>
                    <a:pt x="24396" y="22467"/>
                  </a:lnTo>
                  <a:lnTo>
                    <a:pt x="24396" y="22432"/>
                  </a:lnTo>
                  <a:lnTo>
                    <a:pt x="24373" y="22432"/>
                  </a:lnTo>
                  <a:lnTo>
                    <a:pt x="0" y="46804"/>
                  </a:lnTo>
                  <a:lnTo>
                    <a:pt x="2644" y="49459"/>
                  </a:lnTo>
                  <a:lnTo>
                    <a:pt x="25897" y="26194"/>
                  </a:lnTo>
                  <a:lnTo>
                    <a:pt x="117587" y="26194"/>
                  </a:lnTo>
                  <a:lnTo>
                    <a:pt x="126528" y="13383"/>
                  </a:lnTo>
                  <a:lnTo>
                    <a:pt x="117587" y="0"/>
                  </a:lnTo>
                  <a:close/>
                </a:path>
              </a:pathLst>
            </a:custGeom>
            <a:solidFill>
              <a:srgbClr val="E1D9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 dirty="0">
                <a:solidFill>
                  <a:srgbClr val="000D6E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045" name="Google Shape;1045;p36">
            <a:extLst>
              <a:ext uri="{FF2B5EF4-FFF2-40B4-BE49-F238E27FC236}">
                <a16:creationId xmlns:a16="http://schemas.microsoft.com/office/drawing/2014/main" id="{56257BEA-2D74-0802-5172-D72E6A7F7EFF}"/>
              </a:ext>
            </a:extLst>
          </p:cNvPr>
          <p:cNvGrpSpPr/>
          <p:nvPr/>
        </p:nvGrpSpPr>
        <p:grpSpPr>
          <a:xfrm>
            <a:off x="3610492" y="4342437"/>
            <a:ext cx="7515934" cy="874766"/>
            <a:chOff x="3409720" y="3030850"/>
            <a:chExt cx="5636950" cy="656075"/>
          </a:xfrm>
        </p:grpSpPr>
        <p:sp>
          <p:nvSpPr>
            <p:cNvPr id="1046" name="Google Shape;1046;p36">
              <a:extLst>
                <a:ext uri="{FF2B5EF4-FFF2-40B4-BE49-F238E27FC236}">
                  <a16:creationId xmlns:a16="http://schemas.microsoft.com/office/drawing/2014/main" id="{26C5DB42-86CA-6D91-E47C-5CAB3433521D}"/>
                </a:ext>
              </a:extLst>
            </p:cNvPr>
            <p:cNvSpPr txBox="1"/>
            <p:nvPr/>
          </p:nvSpPr>
          <p:spPr>
            <a:xfrm>
              <a:off x="6239782" y="3144087"/>
              <a:ext cx="2806888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342900" indent="-342900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fr-LU" sz="2000" kern="0" dirty="0">
                  <a:solidFill>
                    <a:srgbClr val="000D6E"/>
                  </a:solidFill>
                  <a:sym typeface="Fira Sans Extra Condensed Medium"/>
                </a:rPr>
                <a:t>Drive 3 : lancement</a:t>
              </a:r>
            </a:p>
            <a:p>
              <a:pPr marL="342900" indent="-342900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fr-LU" sz="2000" kern="0" dirty="0">
                  <a:solidFill>
                    <a:srgbClr val="000D6E"/>
                  </a:solidFill>
                  <a:sym typeface="Fira Sans Extra Condensed Medium"/>
                </a:rPr>
                <a:t>Business : conception</a:t>
              </a:r>
            </a:p>
          </p:txBody>
        </p:sp>
        <p:sp>
          <p:nvSpPr>
            <p:cNvPr id="1047" name="Google Shape;1047;p36">
              <a:extLst>
                <a:ext uri="{FF2B5EF4-FFF2-40B4-BE49-F238E27FC236}">
                  <a16:creationId xmlns:a16="http://schemas.microsoft.com/office/drawing/2014/main" id="{CF196F0A-E7F8-DF19-E23D-7489C24731A8}"/>
                </a:ext>
              </a:extLst>
            </p:cNvPr>
            <p:cNvSpPr/>
            <p:nvPr/>
          </p:nvSpPr>
          <p:spPr>
            <a:xfrm>
              <a:off x="3456065" y="3030850"/>
              <a:ext cx="2657661" cy="656075"/>
            </a:xfrm>
            <a:custGeom>
              <a:avLst/>
              <a:gdLst/>
              <a:ahLst/>
              <a:cxnLst/>
              <a:rect l="l" t="t" r="r" b="b"/>
              <a:pathLst>
                <a:path w="87298" h="26243" extrusionOk="0">
                  <a:moveTo>
                    <a:pt x="14979" y="1"/>
                  </a:moveTo>
                  <a:cubicBezTo>
                    <a:pt x="6704" y="1"/>
                    <a:pt x="1" y="6704"/>
                    <a:pt x="1" y="14979"/>
                  </a:cubicBezTo>
                  <a:lnTo>
                    <a:pt x="1" y="26242"/>
                  </a:lnTo>
                  <a:lnTo>
                    <a:pt x="78356" y="26242"/>
                  </a:lnTo>
                  <a:lnTo>
                    <a:pt x="87297" y="13407"/>
                  </a:lnTo>
                  <a:lnTo>
                    <a:pt x="7835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121900" tIns="121900" rIns="365733" bIns="182867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1600" b="1" kern="0" dirty="0">
                  <a:solidFill>
                    <a:srgbClr val="000D6E"/>
                  </a:solidFill>
                  <a:ea typeface="Roboto"/>
                  <a:cs typeface="Roboto"/>
                  <a:sym typeface="Roboto"/>
                </a:rPr>
                <a:t>Marché Professionnels</a:t>
              </a:r>
              <a:endParaRPr sz="1600" kern="0" dirty="0">
                <a:solidFill>
                  <a:srgbClr val="000D6E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8" name="Google Shape;1048;p36">
              <a:extLst>
                <a:ext uri="{FF2B5EF4-FFF2-40B4-BE49-F238E27FC236}">
                  <a16:creationId xmlns:a16="http://schemas.microsoft.com/office/drawing/2014/main" id="{3F2CDA30-C6F8-E2EE-9B29-F4C39C8521BD}"/>
                </a:ext>
              </a:extLst>
            </p:cNvPr>
            <p:cNvSpPr/>
            <p:nvPr/>
          </p:nvSpPr>
          <p:spPr>
            <a:xfrm>
              <a:off x="3409720" y="3030850"/>
              <a:ext cx="2704005" cy="656075"/>
            </a:xfrm>
            <a:custGeom>
              <a:avLst/>
              <a:gdLst/>
              <a:ahLst/>
              <a:cxnLst/>
              <a:rect l="l" t="t" r="r" b="b"/>
              <a:pathLst>
                <a:path w="123124" h="26243" extrusionOk="0">
                  <a:moveTo>
                    <a:pt x="109491" y="1"/>
                  </a:moveTo>
                  <a:lnTo>
                    <a:pt x="118599" y="13360"/>
                  </a:lnTo>
                  <a:lnTo>
                    <a:pt x="112229" y="22504"/>
                  </a:lnTo>
                  <a:lnTo>
                    <a:pt x="1" y="22504"/>
                  </a:lnTo>
                  <a:lnTo>
                    <a:pt x="1" y="26242"/>
                  </a:lnTo>
                  <a:lnTo>
                    <a:pt x="114182" y="26242"/>
                  </a:lnTo>
                  <a:lnTo>
                    <a:pt x="123123" y="13407"/>
                  </a:lnTo>
                  <a:lnTo>
                    <a:pt x="114182" y="1"/>
                  </a:lnTo>
                  <a:close/>
                </a:path>
              </a:pathLst>
            </a:custGeom>
            <a:solidFill>
              <a:srgbClr val="BE82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600" kern="0" dirty="0">
                <a:solidFill>
                  <a:srgbClr val="000D6E"/>
                </a:solidFill>
                <a:cs typeface="Arial"/>
                <a:sym typeface="Arial"/>
              </a:endParaRPr>
            </a:p>
          </p:txBody>
        </p:sp>
      </p:grpSp>
      <p:sp>
        <p:nvSpPr>
          <p:cNvPr id="1049" name="Google Shape;1049;p36">
            <a:extLst>
              <a:ext uri="{FF2B5EF4-FFF2-40B4-BE49-F238E27FC236}">
                <a16:creationId xmlns:a16="http://schemas.microsoft.com/office/drawing/2014/main" id="{D35FAC92-867F-BC2F-F162-102A8ED26C3C}"/>
              </a:ext>
            </a:extLst>
          </p:cNvPr>
          <p:cNvSpPr/>
          <p:nvPr/>
        </p:nvSpPr>
        <p:spPr>
          <a:xfrm rot="1432461">
            <a:off x="1570360" y="3757915"/>
            <a:ext cx="1512900" cy="1063233"/>
          </a:xfrm>
          <a:custGeom>
            <a:avLst/>
            <a:gdLst/>
            <a:ahLst/>
            <a:cxnLst/>
            <a:rect l="l" t="t" r="r" b="b"/>
            <a:pathLst>
              <a:path w="45387" h="31897" extrusionOk="0">
                <a:moveTo>
                  <a:pt x="0" y="0"/>
                </a:moveTo>
                <a:lnTo>
                  <a:pt x="31897" y="31897"/>
                </a:lnTo>
                <a:cubicBezTo>
                  <a:pt x="40124" y="23741"/>
                  <a:pt x="45256" y="12478"/>
                  <a:pt x="45387" y="0"/>
                </a:cubicBezTo>
                <a:close/>
              </a:path>
            </a:pathLst>
          </a:custGeom>
          <a:solidFill>
            <a:srgbClr val="BE82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600" kern="0" dirty="0">
              <a:solidFill>
                <a:srgbClr val="000D6E"/>
              </a:solidFill>
              <a:cs typeface="Arial"/>
              <a:sym typeface="Arial"/>
            </a:endParaRPr>
          </a:p>
        </p:txBody>
      </p:sp>
      <p:sp>
        <p:nvSpPr>
          <p:cNvPr id="1051" name="Google Shape;1051;p36">
            <a:extLst>
              <a:ext uri="{FF2B5EF4-FFF2-40B4-BE49-F238E27FC236}">
                <a16:creationId xmlns:a16="http://schemas.microsoft.com/office/drawing/2014/main" id="{96949370-ECCE-7DF9-0D3E-8EE2C5B27FD3}"/>
              </a:ext>
            </a:extLst>
          </p:cNvPr>
          <p:cNvSpPr/>
          <p:nvPr/>
        </p:nvSpPr>
        <p:spPr>
          <a:xfrm>
            <a:off x="1020641" y="2660979"/>
            <a:ext cx="1774467" cy="1774467"/>
          </a:xfrm>
          <a:custGeom>
            <a:avLst/>
            <a:gdLst/>
            <a:ahLst/>
            <a:cxnLst/>
            <a:rect l="l" t="t" r="r" b="b"/>
            <a:pathLst>
              <a:path w="53234" h="53234" extrusionOk="0">
                <a:moveTo>
                  <a:pt x="26611" y="1"/>
                </a:moveTo>
                <a:cubicBezTo>
                  <a:pt x="11919" y="1"/>
                  <a:pt x="1" y="11919"/>
                  <a:pt x="1" y="26623"/>
                </a:cubicBezTo>
                <a:cubicBezTo>
                  <a:pt x="1" y="40756"/>
                  <a:pt x="11002" y="52317"/>
                  <a:pt x="24920" y="53186"/>
                </a:cubicBezTo>
                <a:cubicBezTo>
                  <a:pt x="25480" y="53222"/>
                  <a:pt x="26051" y="53234"/>
                  <a:pt x="26611" y="53234"/>
                </a:cubicBezTo>
                <a:cubicBezTo>
                  <a:pt x="41315" y="53234"/>
                  <a:pt x="53233" y="41315"/>
                  <a:pt x="53233" y="26623"/>
                </a:cubicBezTo>
                <a:cubicBezTo>
                  <a:pt x="53233" y="17098"/>
                  <a:pt x="48245" y="8740"/>
                  <a:pt x="40732" y="4037"/>
                </a:cubicBezTo>
                <a:cubicBezTo>
                  <a:pt x="36636" y="1477"/>
                  <a:pt x="31802" y="1"/>
                  <a:pt x="26611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en" sz="2800" b="1" kern="0" dirty="0">
                <a:solidFill>
                  <a:srgbClr val="000D6E"/>
                </a:solidFill>
                <a:ea typeface="Fira Sans Extra Condensed Medium"/>
                <a:cs typeface="Fira Sans Extra Condensed Medium"/>
                <a:sym typeface="Fira Sans Extra Condensed Medium"/>
              </a:rPr>
              <a:t>2026</a:t>
            </a:r>
            <a:endParaRPr sz="2800" b="1" kern="0" dirty="0">
              <a:solidFill>
                <a:srgbClr val="000D6E"/>
              </a:solidFill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700F57B5-5678-F700-DD6D-772E71DAF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4865" y="4342437"/>
            <a:ext cx="813921" cy="813921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FFF810C8-CCB4-A7DF-9B4F-B4F5F068DA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4506" y="1318652"/>
            <a:ext cx="875167" cy="8751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C8C7F-642D-D23E-005B-FD349A3E37C8}"/>
              </a:ext>
            </a:extLst>
          </p:cNvPr>
          <p:cNvSpPr/>
          <p:nvPr/>
        </p:nvSpPr>
        <p:spPr>
          <a:xfrm rot="2299144">
            <a:off x="2370491" y="4645453"/>
            <a:ext cx="1442875" cy="140027"/>
          </a:xfrm>
          <a:prstGeom prst="rect">
            <a:avLst/>
          </a:prstGeom>
          <a:solidFill>
            <a:srgbClr val="BE82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fr-LU" sz="1600" kern="0" dirty="0">
              <a:solidFill>
                <a:srgbClr val="000D6E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4569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NGUAGEID" val="2057"/>
  <p:tag name="THINKCELLPRESENTATIONDONOTDELETE" val="&lt;?xml version=&quot;1.0&quot; encoding=&quot;UTF-16&quot; standalone=&quot;yes&quot;?&gt;&lt;root reqver=&quot;27037&quot;&gt;&lt;version val=&quot;3301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aloise-Master-Standard-01.2024">
  <a:themeElements>
    <a:clrScheme name="BAL-Colours-2023_07">
      <a:dk1>
        <a:srgbClr val="000D6E"/>
      </a:dk1>
      <a:lt1>
        <a:srgbClr val="FFFFFF"/>
      </a:lt1>
      <a:dk2>
        <a:srgbClr val="000D6E"/>
      </a:dk2>
      <a:lt2>
        <a:srgbClr val="FFFFFF"/>
      </a:lt2>
      <a:accent1>
        <a:srgbClr val="1B5951"/>
      </a:accent1>
      <a:accent2>
        <a:srgbClr val="6C2273"/>
      </a:accent2>
      <a:accent3>
        <a:srgbClr val="D9304C"/>
      </a:accent3>
      <a:accent4>
        <a:srgbClr val="FA9319"/>
      </a:accent4>
      <a:accent5>
        <a:srgbClr val="94E3D4"/>
      </a:accent5>
      <a:accent6>
        <a:srgbClr val="B8B2FF"/>
      </a:accent6>
      <a:hlink>
        <a:srgbClr val="000D6E"/>
      </a:hlink>
      <a:folHlink>
        <a:srgbClr val="000D6E"/>
      </a:folHlink>
    </a:clrScheme>
    <a:fontScheme name="BAL 20222 Typ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1D9AC"/>
        </a:solidFill>
        <a:ln>
          <a:noFill/>
        </a:ln>
      </a:spPr>
      <a:bodyPr rtlCol="0" anchor="ctr"/>
      <a:lstStyle>
        <a:defPPr algn="ctr">
          <a:defRPr sz="1200" b="1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tIns="90000" bIns="90000" rtlCol="0">
        <a:spAutoFit/>
      </a:bodyPr>
      <a:lstStyle>
        <a:defPPr algn="l">
          <a:defRPr sz="1600" dirty="0" smtClean="0">
            <a:solidFill>
              <a:srgbClr val="000D6E"/>
            </a:solidFill>
          </a:defRPr>
        </a:defPPr>
      </a:lstStyle>
    </a:txDef>
  </a:objectDefaults>
  <a:extraClrSchemeLst/>
  <a:custClrLst>
    <a:custClr name="Baloise-Blue">
      <a:srgbClr val="000D6E"/>
    </a:custClr>
    <a:custClr name="White">
      <a:srgbClr val="FFFFFF"/>
    </a:custClr>
    <a:custClr name="Green">
      <a:srgbClr val="1B5951"/>
    </a:custClr>
    <a:custClr name="Green-light">
      <a:srgbClr val="94E3D4"/>
    </a:custClr>
    <a:custClr name="Purple">
      <a:srgbClr val="6C2273"/>
    </a:custClr>
    <a:custClr name="Purple-light">
      <a:srgbClr val="B8B2FF"/>
    </a:custClr>
    <a:custClr name="Red">
      <a:srgbClr val="D9304C"/>
    </a:custClr>
    <a:custClr name="Red-light">
      <a:srgbClr val="FFACA6"/>
    </a:custClr>
    <a:custClr name="Tangerine">
      <a:srgbClr val="FA9319"/>
    </a:custClr>
    <a:custClr name="Tangerine-light">
      <a:srgbClr val="FAE052"/>
    </a:custClr>
    <a:custClr name="Green-1">
      <a:srgbClr val="00B28F"/>
    </a:custClr>
    <a:custClr name="Green-2">
      <a:srgbClr val="21D9AC"/>
    </a:custClr>
    <a:custClr name="Green-3">
      <a:srgbClr val="CBF2EC"/>
    </a:custClr>
    <a:custClr name="Purple-1">
      <a:srgbClr val="9F52CC"/>
    </a:custClr>
    <a:custClr name="Purple-2">
      <a:srgbClr val="BE82FA"/>
    </a:custClr>
    <a:custClr name="Purple-3">
      <a:srgbClr val="E1D9FF"/>
    </a:custClr>
    <a:custClr name="Red-1">
      <a:srgbClr val="99172D"/>
    </a:custClr>
    <a:custClr name="Red-2">
      <a:srgbClr val="FF596F"/>
    </a:custClr>
    <a:custClr name="Red-3">
      <a:srgbClr val="FFD7D7"/>
    </a:custClr>
    <a:custClr name="Tangerine-1">
      <a:srgbClr val="B24A00"/>
    </a:custClr>
    <a:custClr name="Tangerine-2">
      <a:srgbClr val="FFBE1A"/>
    </a:custClr>
    <a:custClr name="Tangerine-3">
      <a:srgbClr val="FFECBC"/>
    </a:custClr>
  </a:custClrLst>
  <a:extLst>
    <a:ext uri="{05A4C25C-085E-4340-85A3-A5531E510DB2}">
      <thm15:themeFamily xmlns:thm15="http://schemas.microsoft.com/office/thememl/2012/main" name="Präsentation1" id="{E00DB482-EF15-48B3-8AA1-3B1059AD6A02}" vid="{3E8E3E12-8EB6-4766-B17E-20DAB27DB0A9}"/>
    </a:ext>
  </a:extLst>
</a:theme>
</file>

<file path=ppt/theme/theme2.xml><?xml version="1.0" encoding="utf-8"?>
<a:theme xmlns:a="http://schemas.openxmlformats.org/drawingml/2006/main" name="Office">
  <a:themeElements>
    <a:clrScheme name="BAL 2022 Colors">
      <a:dk1>
        <a:sysClr val="windowText" lastClr="000000"/>
      </a:dk1>
      <a:lt1>
        <a:srgbClr val="FFFFFF"/>
      </a:lt1>
      <a:dk2>
        <a:srgbClr val="000D6E"/>
      </a:dk2>
      <a:lt2>
        <a:srgbClr val="FFFFFF"/>
      </a:lt2>
      <a:accent1>
        <a:srgbClr val="1B5951"/>
      </a:accent1>
      <a:accent2>
        <a:srgbClr val="6C2273"/>
      </a:accent2>
      <a:accent3>
        <a:srgbClr val="D9304C"/>
      </a:accent3>
      <a:accent4>
        <a:srgbClr val="FA9319"/>
      </a:accent4>
      <a:accent5>
        <a:srgbClr val="94E3D4"/>
      </a:accent5>
      <a:accent6>
        <a:srgbClr val="B8B2FF"/>
      </a:accent6>
      <a:hlink>
        <a:srgbClr val="000D6E"/>
      </a:hlink>
      <a:folHlink>
        <a:srgbClr val="000D6E"/>
      </a:folHlink>
    </a:clrScheme>
    <a:fontScheme name="BAL 20222 Typ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VariableList UniqueId="b19dd3c5-35f4-412c-b0f0-8519fd9632ad" Name="System" ContentType="XML" MajorVersion="0" MinorVersion="1" isLocalCopy="False" IsBaseObject="False" DataSourceId="76fbd0de-9441-4063-88c3-bf7c59f3245a" DataSourceMajorVersion="0" DataSourceMinorVersion="1"/>
</file>

<file path=customXml/item2.xml><?xml version="1.0" encoding="utf-8"?>
<VariableListDefinition name="Computed" displayName="Computed" id="109b289e-e07c-4d29-a90c-9c2a13b58a6e" isdomainofvalue="False" dataSourceId="9efae505-6c63-4544-a5d3-13aad1f2c72e"/>
</file>

<file path=customXml/item3.xml><?xml version="1.0" encoding="utf-8"?>
<VariableListDefinition name="AD_HOC" displayName="AD_HOC" id="07e11a86-5531-4675-94bd-ada36e83daf2" isdomainofvalue="False" dataSourceId="67fea1c3-7e77-4b0a-acc1-7a938863a068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21d2b69-92d3-4e63-bf68-0c792ccd5f87" xsi:nil="true"/>
    <lcf76f155ced4ddcb4097134ff3c332f xmlns="9fc8b07f-d9b9-4b5c-8f27-050799a3e970">
      <Terms xmlns="http://schemas.microsoft.com/office/infopath/2007/PartnerControls"/>
    </lcf76f155ced4ddcb4097134ff3c332f>
  </documentManagement>
</p:properties>
</file>

<file path=customXml/item5.xml><?xml version="1.0" encoding="utf-8"?>
<VariableList UniqueId="109b289e-e07c-4d29-a90c-9c2a13b58a6e" Name="Computed" ContentType="XML" MajorVersion="0" MinorVersion="1" isLocalCopy="False" IsBaseObject="False" DataSourceId="9efae505-6c63-4544-a5d3-13aad1f2c72e" DataSourceMajorVersion="0" DataSourceMinorVersion="1"/>
</file>

<file path=customXml/item6.xml><?xml version="1.0" encoding="utf-8"?>
<VariableListDefinition name="System" displayName="System" id="b19dd3c5-35f4-412c-b0f0-8519fd9632ad" isdomainofvalue="False" dataSourceId="76fbd0de-9441-4063-88c3-bf7c59f3245a"/>
</file>

<file path=customXml/item7.xml><?xml version="1.0" encoding="utf-8"?>
<VariableList UniqueId="07e11a86-5531-4675-94bd-ada36e83daf2" Name="AD_HOC" ContentType="XML" MajorVersion="0" MinorVersion="1" isLocalCopy="False" IsBaseObject="False" DataSourceId="67fea1c3-7e77-4b0a-acc1-7a938863a068" DataSourceMajorVersion="0" DataSourceMinorVersion="1"/>
</file>

<file path=customXml/item8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F604C5CE5A2341B19ED432C3DBC625" ma:contentTypeVersion="18" ma:contentTypeDescription="Ein neues Dokument erstellen." ma:contentTypeScope="" ma:versionID="2531b981ff47e9660ee3c2d0ccd79652">
  <xsd:schema xmlns:xsd="http://www.w3.org/2001/XMLSchema" xmlns:xs="http://www.w3.org/2001/XMLSchema" xmlns:p="http://schemas.microsoft.com/office/2006/metadata/properties" xmlns:ns2="9fc8b07f-d9b9-4b5c-8f27-050799a3e970" xmlns:ns3="ce6d4809-1bec-48df-b1cf-4c82d410a582" xmlns:ns4="e21d2b69-92d3-4e63-bf68-0c792ccd5f87" targetNamespace="http://schemas.microsoft.com/office/2006/metadata/properties" ma:root="true" ma:fieldsID="3c73975bddec552abb3c79cc520ccb73" ns2:_="" ns3:_="" ns4:_="">
    <xsd:import namespace="9fc8b07f-d9b9-4b5c-8f27-050799a3e970"/>
    <xsd:import namespace="ce6d4809-1bec-48df-b1cf-4c82d410a582"/>
    <xsd:import namespace="e21d2b69-92d3-4e63-bf68-0c792ccd5f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c8b07f-d9b9-4b5c-8f27-050799a3e9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5547eea1-e6ad-4f31-84be-12b6646070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d4809-1bec-48df-b1cf-4c82d410a58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1d2b69-92d3-4e63-bf68-0c792ccd5f8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a4c84e6-a241-4ffc-8df0-f9e80bea4e48}" ma:internalName="TaxCatchAll" ma:showField="CatchAllData" ma:web="ce6d4809-1bec-48df-b1cf-4c82d410a5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AllExternalAdhocVariableMappings/>
</file>

<file path=customXml/itemProps1.xml><?xml version="1.0" encoding="utf-8"?>
<ds:datastoreItem xmlns:ds="http://schemas.openxmlformats.org/officeDocument/2006/customXml" ds:itemID="{327BD5F1-ED77-44CD-B7AA-FAD9088156EA}">
  <ds:schemaRefs/>
</ds:datastoreItem>
</file>

<file path=customXml/itemProps2.xml><?xml version="1.0" encoding="utf-8"?>
<ds:datastoreItem xmlns:ds="http://schemas.openxmlformats.org/officeDocument/2006/customXml" ds:itemID="{1A368FC4-5453-42B7-9114-F54CDAB2603E}">
  <ds:schemaRefs/>
</ds:datastoreItem>
</file>

<file path=customXml/itemProps3.xml><?xml version="1.0" encoding="utf-8"?>
<ds:datastoreItem xmlns:ds="http://schemas.openxmlformats.org/officeDocument/2006/customXml" ds:itemID="{3C14D80D-9E84-4BAA-B364-388426CDB623}">
  <ds:schemaRefs/>
</ds:datastoreItem>
</file>

<file path=customXml/itemProps4.xml><?xml version="1.0" encoding="utf-8"?>
<ds:datastoreItem xmlns:ds="http://schemas.openxmlformats.org/officeDocument/2006/customXml" ds:itemID="{9D3B0840-553F-4783-BC64-29929E7C2594}">
  <ds:schemaRefs>
    <ds:schemaRef ds:uri="http://schemas.microsoft.com/office/2006/metadata/properties"/>
    <ds:schemaRef ds:uri="http://schemas.microsoft.com/office/infopath/2007/PartnerControls"/>
    <ds:schemaRef ds:uri="e21d2b69-92d3-4e63-bf68-0c792ccd5f87"/>
    <ds:schemaRef ds:uri="9fc8b07f-d9b9-4b5c-8f27-050799a3e970"/>
  </ds:schemaRefs>
</ds:datastoreItem>
</file>

<file path=customXml/itemProps5.xml><?xml version="1.0" encoding="utf-8"?>
<ds:datastoreItem xmlns:ds="http://schemas.openxmlformats.org/officeDocument/2006/customXml" ds:itemID="{65E1D6EE-E7EF-482F-BD21-135696F18B28}">
  <ds:schemaRefs/>
</ds:datastoreItem>
</file>

<file path=customXml/itemProps6.xml><?xml version="1.0" encoding="utf-8"?>
<ds:datastoreItem xmlns:ds="http://schemas.openxmlformats.org/officeDocument/2006/customXml" ds:itemID="{1A6D5B95-499C-4B9A-8C4D-CDA5B39C79A3}">
  <ds:schemaRefs/>
</ds:datastoreItem>
</file>

<file path=customXml/itemProps7.xml><?xml version="1.0" encoding="utf-8"?>
<ds:datastoreItem xmlns:ds="http://schemas.openxmlformats.org/officeDocument/2006/customXml" ds:itemID="{C085B192-B109-4997-A18D-49938D118A58}">
  <ds:schemaRefs/>
</ds:datastoreItem>
</file>

<file path=customXml/itemProps8.xml><?xml version="1.0" encoding="utf-8"?>
<ds:datastoreItem xmlns:ds="http://schemas.openxmlformats.org/officeDocument/2006/customXml" ds:itemID="{DEE4FDEF-8978-40C4-829A-FC7D19350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c8b07f-d9b9-4b5c-8f27-050799a3e970"/>
    <ds:schemaRef ds:uri="ce6d4809-1bec-48df-b1cf-4c82d410a582"/>
    <ds:schemaRef ds:uri="e21d2b69-92d3-4e63-bf68-0c792ccd5f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9.xml><?xml version="1.0" encoding="utf-8"?>
<ds:datastoreItem xmlns:ds="http://schemas.openxmlformats.org/officeDocument/2006/customXml" ds:itemID="{FD3FCBA4-A8EB-4155-8F54-F129BD7F75D7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36E5088E-B5BD-41D0-932A-DC49ADE78B67}">
  <ds:schemaRefs/>
</ds:datastoreItem>
</file>

<file path=docMetadata/LabelInfo.xml><?xml version="1.0" encoding="utf-8"?>
<clbl:labelList xmlns:clbl="http://schemas.microsoft.com/office/2020/mipLabelMetadata">
  <clbl:label id="{0bff551c-1dfd-440a-b236-668bea299a9c}" enabled="1" method="Privileged" siteId="{eb3c68b9-0935-4046-8550-8bcaa4167e2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baloise-PPT_Master-LUX_FR-2024_01</Template>
  <TotalTime>0</TotalTime>
  <Words>595</Words>
  <Application>Microsoft Office PowerPoint</Application>
  <PresentationFormat>Grand écran</PresentationFormat>
  <Paragraphs>221</Paragraphs>
  <Slides>10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0" baseType="lpstr">
      <vt:lpstr>Arial</vt:lpstr>
      <vt:lpstr>Calibri</vt:lpstr>
      <vt:lpstr>Fira Sans Extra Condensed Medium</vt:lpstr>
      <vt:lpstr>Montserrat Medium</vt:lpstr>
      <vt:lpstr>Montserrat SemiBold</vt:lpstr>
      <vt:lpstr>Roboto</vt:lpstr>
      <vt:lpstr>Trade Gothic Inline</vt:lpstr>
      <vt:lpstr>Wingdings</vt:lpstr>
      <vt:lpstr>baloise-Master-Standard-01.2024</vt:lpstr>
      <vt:lpstr>think-cell Slide</vt:lpstr>
      <vt:lpstr>Présentation PowerPoint</vt:lpstr>
      <vt:lpstr>Partir de la vision client Marché des Particuliers </vt:lpstr>
      <vt:lpstr>La mobilité en 2025 </vt:lpstr>
      <vt:lpstr>La mobilité en 2026 </vt:lpstr>
      <vt:lpstr>Les accidents de la vie en 2026 </vt:lpstr>
      <vt:lpstr>Préparer l’avenir en 2025 </vt:lpstr>
      <vt:lpstr>Partir de la vision client Marché des Professionnels </vt:lpstr>
      <vt:lpstr>La mobilité dans son activité en 2026 </vt:lpstr>
      <vt:lpstr>Protéger son activité en 2026 </vt:lpstr>
      <vt:lpstr>Présentation PowerPoint</vt:lpstr>
    </vt:vector>
  </TitlesOfParts>
  <Company>Baloise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Bessalem, Sonia</dc:creator>
  <cp:lastModifiedBy>Winne, Pierre</cp:lastModifiedBy>
  <cp:revision>26</cp:revision>
  <cp:lastPrinted>2022-05-30T07:09:10Z</cp:lastPrinted>
  <dcterms:created xsi:type="dcterms:W3CDTF">2025-12-17T10:16:01Z</dcterms:created>
  <dcterms:modified xsi:type="dcterms:W3CDTF">2026-01-23T15:56:53Z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8055ef-7607-46e5-9564-5469035a1b2e_Enabled">
    <vt:lpwstr>true</vt:lpwstr>
  </property>
  <property fmtid="{D5CDD505-2E9C-101B-9397-08002B2CF9AE}" pid="3" name="MSIP_Label_378055ef-7607-46e5-9564-5469035a1b2e_SetDate">
    <vt:lpwstr>2022-01-05T08:06:57Z</vt:lpwstr>
  </property>
  <property fmtid="{D5CDD505-2E9C-101B-9397-08002B2CF9AE}" pid="4" name="MSIP_Label_378055ef-7607-46e5-9564-5469035a1b2e_Method">
    <vt:lpwstr>Standard</vt:lpwstr>
  </property>
  <property fmtid="{D5CDD505-2E9C-101B-9397-08002B2CF9AE}" pid="5" name="MSIP_Label_378055ef-7607-46e5-9564-5469035a1b2e_Name">
    <vt:lpwstr>378055ef-7607-46e5-9564-5469035a1b2e</vt:lpwstr>
  </property>
  <property fmtid="{D5CDD505-2E9C-101B-9397-08002B2CF9AE}" pid="6" name="MSIP_Label_378055ef-7607-46e5-9564-5469035a1b2e_SiteId">
    <vt:lpwstr>eb3c68b9-0935-4046-8550-8bcaa4167e2e</vt:lpwstr>
  </property>
  <property fmtid="{D5CDD505-2E9C-101B-9397-08002B2CF9AE}" pid="7" name="MSIP_Label_378055ef-7607-46e5-9564-5469035a1b2e_ActionId">
    <vt:lpwstr>abc56bdc-5dc7-4852-8a02-4ec528ebed5f</vt:lpwstr>
  </property>
  <property fmtid="{D5CDD505-2E9C-101B-9397-08002B2CF9AE}" pid="8" name="MSIP_Label_378055ef-7607-46e5-9564-5469035a1b2e_ContentBits">
    <vt:lpwstr>0</vt:lpwstr>
  </property>
  <property fmtid="{D5CDD505-2E9C-101B-9397-08002B2CF9AE}" pid="9" name="ContentTypeId">
    <vt:lpwstr>0x0101000EF604C5CE5A2341B19ED432C3DBC625</vt:lpwstr>
  </property>
  <property fmtid="{D5CDD505-2E9C-101B-9397-08002B2CF9AE}" pid="10" name="ClassificationContentMarkingHeaderLocations">
    <vt:lpwstr>baloise-Master-Standard-01.2024:9</vt:lpwstr>
  </property>
  <property fmtid="{D5CDD505-2E9C-101B-9397-08002B2CF9AE}" pid="11" name="ClassificationContentMarkingHeaderText">
    <vt:lpwstr>Confidential</vt:lpwstr>
  </property>
</Properties>
</file>